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57" r:id="rId3"/>
    <p:sldId id="256" r:id="rId4"/>
    <p:sldId id="295" r:id="rId5"/>
    <p:sldId id="296" r:id="rId6"/>
    <p:sldId id="297" r:id="rId7"/>
    <p:sldId id="298" r:id="rId8"/>
    <p:sldId id="29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BFC2A-B079-4BD9-A065-EBC5C243E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6F6B1B-7447-4BAB-845A-91A63320E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6BC850-4E15-468E-A141-B1B4CB77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0E2497-8915-470E-89F4-F0C32C96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8CC320-FC9F-4964-9664-34AE6C16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692FB24-03AE-47CF-8A06-40F7B01307B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66814799"/>
              </p:ext>
            </p:extLst>
          </p:nvPr>
        </p:nvGraphicFramePr>
        <p:xfrm>
          <a:off x="2" y="8620"/>
          <a:ext cx="12191998" cy="8284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5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0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09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130"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사용자 인터페이스 설계서</a:t>
                      </a:r>
                      <a:endParaRPr kumimoji="0" lang="en-US" altLang="ko-KR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dirty="0"/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시스템명</a:t>
                      </a:r>
                      <a:endParaRPr kumimoji="0" lang="en-US" altLang="ko-KR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79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/>
                        <a:t>지역경제 빅데이터 플랫폼센터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/>
                        <a:t>서브시스템명</a:t>
                      </a:r>
                      <a:endParaRPr lang="ko-KR" altLang="en-US" sz="700" b="1" dirty="0"/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개발관련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3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단계명</a:t>
                      </a:r>
                      <a:endParaRPr kumimoji="0" lang="en-US" altLang="ko-KR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설계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/>
                        <a:t>작성일자</a:t>
                      </a:r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/>
                        <a:t>2019.12.13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/>
                        <a:t>버젼</a:t>
                      </a:r>
                      <a:endParaRPr lang="ko-KR" altLang="en-US" sz="7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dirty="0"/>
                        <a:t>1.0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66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E579B-5069-469A-B3A0-4D1E1290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B8879-5B2A-474B-ABB8-0CE6C5CB0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B2D288-87F7-4FD7-8154-D827919D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0767DC-9C90-4CF9-9672-CC9CE7CD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73C5B-83E8-40CD-8058-F2EB65C4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93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8F43-A6E2-4DD0-A0AA-D39CF99B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D34D11-E90A-4A0A-91BF-8433FD915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3EAB29-0F2F-4253-9B91-B0E86CC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ECFCB9-E9F0-4DF2-9D1D-AC732020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8DEF0-9324-4F10-AFB9-3B8984B2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09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A7FE5-90E0-4449-BEFC-5EDE33D17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B8770-580B-48A8-9095-21B5532EC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8A856F-AC8B-4BA7-A4AB-FD8D22FC8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5E2EB-B764-47FB-9869-E8BD6C49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881971-387A-4DC0-AD77-A450BF51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D99609-6E63-4E4A-B424-45ED3C52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25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6DE2B-1280-49A8-9535-FC0CFD1C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CC9E1A-EF67-46E6-8065-DC63CFB7B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15E45D-C2D0-40F8-8F93-30A06CE17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B7092E-854D-4533-9C43-00A4A1E9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76EAFA-0EF5-4D4A-8C85-3EF1A8332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7A2E92-C929-4B53-AD43-24978078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172BF2-41FE-46FB-9317-305356AE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D6A22D-3901-4224-AAB1-958026BD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57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ACABF-9929-475A-AE98-EEAD8A54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43900D-E93D-4D5B-8B6F-AA723272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44CCC7-3362-47D4-985C-1C050E24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EE403A-954E-4232-B8F2-97A2EBC5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95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DCB42A-99B4-4979-ABF1-83CB5F08C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8FD0E2-93CD-4F63-A999-7FBD6607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85F39-8125-4044-9354-8F72F3D7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7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72AF5-2AE1-417F-BE7B-2974A8AF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B22BAF-8551-46A8-83D5-18F8B01C9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CAA60B-4F08-4DD5-9589-40DA42F6B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E1E60D-697C-4515-908C-AA6EA736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871CC0-C94C-4FFB-A75F-646793E5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22F701-A8C5-4FC1-85F9-E2B53341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33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97D6B-9571-492F-B622-42615638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264867-60E6-46FA-B68E-2594FB570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F82DEB-88DD-4AC0-A6AC-DEC32EA71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22697E-307E-4EE5-9686-3A80B189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5D77A-8BCF-4ADB-9F0C-31ACE60DF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2AE927-5AEB-4C34-9AFD-3CA524F6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163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EDBAC-68C0-41B3-9D07-A2B2AB72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6DD4CF-8BB5-4A17-A248-27608E4F1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F298F-B58A-4CE4-B9D1-5E3C6B81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CF4653-592F-4A07-99C0-A1B4182D1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DAC973-8E30-479D-937D-BD3991C6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22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CAE707-04BF-4A4D-A419-2D3002331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A0A012-1A9B-4328-A6A4-A26906D07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FCE917-FDCB-4105-9248-6AA8B570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1D517B-FC8C-4DEF-B1EE-EAFCF3B1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DFE732-E6DE-4250-A30F-F3EF001B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14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4E6B1B-7B7E-47F9-AD17-4BE1BD2C7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D2E67-6EC3-4C8E-A755-B6CFA1D4B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78F92-C685-4E27-AC98-4791186F6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524EC-014C-49BF-998E-38BA7C6F8623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93EE9-EF55-472C-B063-8647C9726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FC4667-A59F-4BDC-A83D-BEA58B454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5224E-6060-44B5-BA12-7B74803CB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84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6"/>
          <p:cNvSpPr txBox="1">
            <a:spLocks noChangeArrowheads="1"/>
          </p:cNvSpPr>
          <p:nvPr/>
        </p:nvSpPr>
        <p:spPr bwMode="auto">
          <a:xfrm>
            <a:off x="1141472" y="5736434"/>
            <a:ext cx="9906000" cy="1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383" tIns="34192" rIns="68383" bIns="34192">
            <a:spAutoFit/>
          </a:bodyPr>
          <a:lstStyle/>
          <a:p>
            <a:pPr algn="ctr"/>
            <a:r>
              <a:rPr lang="en-US" altLang="ko-KR" sz="800" b="1" dirty="0">
                <a:latin typeface="맑은 고딕" pitchFamily="50" charset="-127"/>
                <a:ea typeface="맑은 고딕" pitchFamily="50" charset="-127"/>
              </a:rPr>
              <a:t>Copyright © </a:t>
            </a:r>
            <a:r>
              <a:rPr lang="ko-KR" altLang="en-US" sz="800" b="1" dirty="0" err="1">
                <a:latin typeface="맑은 고딕" pitchFamily="50" charset="-127"/>
                <a:ea typeface="맑은 고딕" pitchFamily="50" charset="-127"/>
              </a:rPr>
              <a:t>유앤피플</a:t>
            </a:r>
            <a:r>
              <a:rPr lang="ko-KR" altLang="en-US" sz="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dirty="0">
                <a:latin typeface="맑은 고딕" pitchFamily="50" charset="-127"/>
                <a:ea typeface="맑은 고딕" pitchFamily="50" charset="-127"/>
              </a:rPr>
              <a:t>All rights reserved.</a:t>
            </a:r>
            <a:endParaRPr lang="ko-KR" altLang="en-US" sz="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16"/>
          <p:cNvSpPr txBox="1">
            <a:spLocks noChangeArrowheads="1"/>
          </p:cNvSpPr>
          <p:nvPr/>
        </p:nvSpPr>
        <p:spPr bwMode="auto">
          <a:xfrm>
            <a:off x="1143000" y="1753992"/>
            <a:ext cx="9906000" cy="453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383" tIns="34192" rIns="68383" bIns="34192">
            <a:spAutoFit/>
          </a:bodyPr>
          <a:lstStyle/>
          <a:p>
            <a:pPr algn="ctr"/>
            <a:r>
              <a:rPr lang="ko-KR" altLang="en-US" sz="2500" b="1" dirty="0" err="1">
                <a:latin typeface="맑은 고딕" pitchFamily="50" charset="-127"/>
                <a:ea typeface="맑은 고딕" pitchFamily="50" charset="-127"/>
              </a:rPr>
              <a:t>빅데이터</a:t>
            </a:r>
            <a:r>
              <a:rPr lang="ko-KR" altLang="en-US" sz="2500" b="1" dirty="0">
                <a:latin typeface="맑은 고딕" pitchFamily="50" charset="-127"/>
                <a:ea typeface="맑은 고딕" pitchFamily="50" charset="-127"/>
              </a:rPr>
              <a:t> 플랫폼 센터구축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110913" y="2459486"/>
            <a:ext cx="5860812" cy="6633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83" tIns="34192" rIns="68383" bIns="34192" anchor="ctr"/>
          <a:lstStyle/>
          <a:p>
            <a:pPr algn="ctr" defTabSz="698475">
              <a:defRPr/>
            </a:pPr>
            <a:r>
              <a:rPr lang="en-US" altLang="ko-KR" sz="1700" dirty="0">
                <a:latin typeface="HY헤드라인M" pitchFamily="18" charset="-127"/>
                <a:ea typeface="HY헤드라인M" pitchFamily="18" charset="-127"/>
              </a:rPr>
              <a:t>ERD(</a:t>
            </a:r>
            <a:r>
              <a:rPr lang="ko-KR" altLang="en-US" sz="1700" dirty="0">
                <a:latin typeface="HY헤드라인M" pitchFamily="18" charset="-127"/>
                <a:ea typeface="HY헤드라인M" pitchFamily="18" charset="-127"/>
              </a:rPr>
              <a:t>논리</a:t>
            </a:r>
            <a:r>
              <a:rPr lang="en-US" altLang="ko-KR" sz="1700" dirty="0">
                <a:latin typeface="HY헤드라인M" pitchFamily="18" charset="-127"/>
                <a:ea typeface="HY헤드라인M" pitchFamily="18" charset="-127"/>
              </a:rPr>
              <a:t>,</a:t>
            </a:r>
            <a:r>
              <a:rPr lang="ko-KR" altLang="en-US" sz="1700" dirty="0">
                <a:latin typeface="HY헤드라인M" pitchFamily="18" charset="-127"/>
                <a:ea typeface="HY헤드라인M" pitchFamily="18" charset="-127"/>
              </a:rPr>
              <a:t>물리</a:t>
            </a:r>
            <a:r>
              <a:rPr lang="en-US" altLang="ko-KR" sz="1700" dirty="0"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1100" dirty="0"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991627"/>
              </p:ext>
            </p:extLst>
          </p:nvPr>
        </p:nvGraphicFramePr>
        <p:xfrm>
          <a:off x="3110913" y="3605010"/>
          <a:ext cx="5860813" cy="1481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문서구분</a:t>
                      </a: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SC-2420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ERD(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논리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253">
                <a:tc>
                  <a:txBody>
                    <a:bodyPr/>
                    <a:lstStyle/>
                    <a:p>
                      <a:pPr marL="0" marR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2019.12.13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2194" marR="82194" marT="35144" marB="35144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_x198940464" descr="EMB00000b0c481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088" y="895561"/>
            <a:ext cx="2567825" cy="59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89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119222"/>
              </p:ext>
            </p:extLst>
          </p:nvPr>
        </p:nvGraphicFramePr>
        <p:xfrm>
          <a:off x="1685510" y="953725"/>
          <a:ext cx="8820256" cy="5447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3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날짜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2019.12.13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이경훈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조성현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최초작성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475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" name="TextBox 16"/>
          <p:cNvSpPr txBox="1">
            <a:spLocks noChangeArrowheads="1"/>
          </p:cNvSpPr>
          <p:nvPr/>
        </p:nvSpPr>
        <p:spPr bwMode="auto">
          <a:xfrm>
            <a:off x="1143000" y="368661"/>
            <a:ext cx="9906000" cy="369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97" tIns="45699" rIns="91397" bIns="45699">
            <a:spAutoFit/>
          </a:bodyPr>
          <a:lstStyle/>
          <a:p>
            <a:pPr algn="ctr"/>
            <a:r>
              <a:rPr lang="ko-KR" altLang="en-US" b="1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lang="ko-KR" altLang="en-US" b="1" dirty="0" err="1">
                <a:latin typeface="맑은 고딕" pitchFamily="50" charset="-127"/>
                <a:ea typeface="맑은 고딕" pitchFamily="50" charset="-127"/>
              </a:rPr>
              <a:t>력</a:t>
            </a:r>
            <a:r>
              <a:rPr lang="ko-KR" altLang="en-US" b="1" dirty="0">
                <a:latin typeface="맑은 고딕" pitchFamily="50" charset="-127"/>
                <a:ea typeface="맑은 고딕" pitchFamily="50" charset="-127"/>
              </a:rPr>
              <a:t> 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D3753-44F1-42AE-8A8F-0794DCE1272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89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47DA79-BF20-4D6D-AE5F-7B99DBCE0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427" y="838849"/>
            <a:ext cx="8554228" cy="594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6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5DA498-FA91-4FCF-A270-70D741DFEF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67"/>
          <a:stretch/>
        </p:blipFill>
        <p:spPr>
          <a:xfrm>
            <a:off x="655801" y="893051"/>
            <a:ext cx="10095325" cy="567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6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C3A1C9-5840-4048-8F40-12EFBD90A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36" y="1028923"/>
            <a:ext cx="5963334" cy="332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7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532C44-8F61-4BEB-AA1C-2116668FD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659" y="970181"/>
            <a:ext cx="8350106" cy="58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9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30F256B-5BEE-4FD2-9830-13AC3805F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39" y="903814"/>
            <a:ext cx="9428425" cy="595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87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1FE686-0000-43F6-855A-F05486E3E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55" y="1145308"/>
            <a:ext cx="6268454" cy="349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2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</Words>
  <Application>Microsoft Office PowerPoint</Application>
  <PresentationFormat>와이드스크린</PresentationFormat>
  <Paragraphs>25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MZ3324</dc:creator>
  <cp:lastModifiedBy>MZ3324</cp:lastModifiedBy>
  <cp:revision>3</cp:revision>
  <dcterms:created xsi:type="dcterms:W3CDTF">2019-12-13T06:15:26Z</dcterms:created>
  <dcterms:modified xsi:type="dcterms:W3CDTF">2019-12-13T06:16:52Z</dcterms:modified>
</cp:coreProperties>
</file>