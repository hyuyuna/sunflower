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9" saveSubsetFonts="1">
  <p:sldMasterIdLst>
    <p:sldMasterId id="2147483651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12801600" cy="9601200" type="A3"/>
  <p:notesSz cx="14344650" cy="9783763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1pPr>
    <a:lvl2pPr marL="420030" algn="ctr" rtl="0" fontAlgn="base" latinLnBrk="1">
      <a:spcBef>
        <a:spcPct val="0"/>
      </a:spcBef>
      <a:spcAft>
        <a:spcPct val="0"/>
      </a:spcAft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2pPr>
    <a:lvl3pPr marL="840059" algn="ctr" rtl="0" fontAlgn="base" latinLnBrk="1">
      <a:spcBef>
        <a:spcPct val="0"/>
      </a:spcBef>
      <a:spcAft>
        <a:spcPct val="0"/>
      </a:spcAft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3pPr>
    <a:lvl4pPr marL="1260089" algn="ctr" rtl="0" fontAlgn="base" latinLnBrk="1">
      <a:spcBef>
        <a:spcPct val="0"/>
      </a:spcBef>
      <a:spcAft>
        <a:spcPct val="0"/>
      </a:spcAft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4pPr>
    <a:lvl5pPr marL="1680119" algn="ctr" rtl="0" fontAlgn="base" latinLnBrk="1">
      <a:spcBef>
        <a:spcPct val="0"/>
      </a:spcBef>
      <a:spcAft>
        <a:spcPct val="0"/>
      </a:spcAft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5pPr>
    <a:lvl6pPr marL="2100148" algn="l" defTabSz="840059" rtl="0" eaLnBrk="1" latinLnBrk="1" hangingPunct="1"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6pPr>
    <a:lvl7pPr marL="2520178" algn="l" defTabSz="840059" rtl="0" eaLnBrk="1" latinLnBrk="1" hangingPunct="1"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7pPr>
    <a:lvl8pPr marL="2940207" algn="l" defTabSz="840059" rtl="0" eaLnBrk="1" latinLnBrk="1" hangingPunct="1"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8pPr>
    <a:lvl9pPr marL="3360237" algn="l" defTabSz="840059" rtl="0" eaLnBrk="1" latinLnBrk="1" hangingPunct="1">
      <a:defRPr kumimoji="1" sz="827" kern="1200">
        <a:solidFill>
          <a:schemeClr val="bg1"/>
        </a:solidFill>
        <a:latin typeface="-윤고딕140"/>
        <a:ea typeface="-윤고딕140"/>
        <a:cs typeface="-윤고딕14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630" userDrawn="1">
          <p15:clr>
            <a:srgbClr val="A4A3A4"/>
          </p15:clr>
        </p15:guide>
        <p15:guide id="2" pos="213" userDrawn="1">
          <p15:clr>
            <a:srgbClr val="A4A3A4"/>
          </p15:clr>
        </p15:guide>
        <p15:guide id="3" pos="3914" userDrawn="1">
          <p15:clr>
            <a:srgbClr val="A4A3A4"/>
          </p15:clr>
        </p15:guide>
        <p15:guide id="4" pos="7862" userDrawn="1">
          <p15:clr>
            <a:srgbClr val="A4A3A4"/>
          </p15:clr>
        </p15:guide>
        <p15:guide id="5" pos="1345" userDrawn="1">
          <p15:clr>
            <a:srgbClr val="A4A3A4"/>
          </p15:clr>
        </p15:guide>
        <p15:guide id="6" pos="7696" userDrawn="1">
          <p15:clr>
            <a:srgbClr val="A4A3A4"/>
          </p15:clr>
        </p15:guide>
        <p15:guide id="7" pos="508" userDrawn="1">
          <p15:clr>
            <a:srgbClr val="A4A3A4"/>
          </p15:clr>
        </p15:guide>
        <p15:guide id="8" pos="40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FFFF66"/>
    <a:srgbClr val="4BACC6"/>
    <a:srgbClr val="36B1D2"/>
    <a:srgbClr val="FBE0AB"/>
    <a:srgbClr val="F7C96D"/>
    <a:srgbClr val="FBE4B7"/>
    <a:srgbClr val="46AAC5"/>
    <a:srgbClr val="34B318"/>
    <a:srgbClr val="2787A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2" autoAdjust="0"/>
    <p:restoredTop sz="99493" autoAdjust="0"/>
  </p:normalViewPr>
  <p:slideViewPr>
    <p:cSldViewPr snapToGrid="0" showGuides="1">
      <p:cViewPr varScale="1">
        <p:scale>
          <a:sx n="82" d="100"/>
          <a:sy n="82" d="100"/>
        </p:scale>
        <p:origin x="-1986" y="-66"/>
      </p:cViewPr>
      <p:guideLst>
        <p:guide orient="horz" pos="2630"/>
        <p:guide pos="213"/>
        <p:guide pos="3914"/>
        <p:guide pos="7862"/>
        <p:guide pos="1345"/>
        <p:guide pos="7696"/>
        <p:guide pos="508"/>
        <p:guide pos="4036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636" y="6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215063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78" tIns="66140" rIns="132278" bIns="66140" numCol="1" anchor="t" anchorCtr="0" compatLnSpc="1">
            <a:prstTxWarp prst="textNoShape">
              <a:avLst/>
            </a:prstTxWarp>
          </a:bodyPr>
          <a:lstStyle>
            <a:lvl1pPr algn="l" defTabSz="1320800">
              <a:defRPr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129588" y="0"/>
            <a:ext cx="6215062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78" tIns="66140" rIns="132278" bIns="66140" numCol="1" anchor="t" anchorCtr="0" compatLnSpc="1">
            <a:prstTxWarp prst="textNoShape">
              <a:avLst/>
            </a:prstTxWarp>
          </a:bodyPr>
          <a:lstStyle>
            <a:lvl1pPr algn="r" defTabSz="1320800">
              <a:defRPr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39250"/>
            <a:ext cx="6215063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78" tIns="66140" rIns="132278" bIns="66140" numCol="1" anchor="b" anchorCtr="0" compatLnSpc="1">
            <a:prstTxWarp prst="textNoShape">
              <a:avLst/>
            </a:prstTxWarp>
          </a:bodyPr>
          <a:lstStyle>
            <a:lvl1pPr algn="l" defTabSz="1320800">
              <a:defRPr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129588" y="9239250"/>
            <a:ext cx="6215062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78" tIns="66140" rIns="132278" bIns="66140" numCol="1" anchor="b" anchorCtr="0" compatLnSpc="1">
            <a:prstTxWarp prst="textNoShape">
              <a:avLst/>
            </a:prstTxWarp>
          </a:bodyPr>
          <a:lstStyle>
            <a:lvl1pPr algn="r" defTabSz="1320800">
              <a:defRPr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fld id="{E8402EF8-C175-40C8-A77E-7B9FACBE049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3754576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216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-윤고딕140" pitchFamily="18" charset="-127"/>
                <a:ea typeface="-윤고딕140" pitchFamily="18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124825" y="0"/>
            <a:ext cx="6216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-윤고딕140" pitchFamily="18" charset="-127"/>
                <a:ea typeface="-윤고딕140" pitchFamily="18" charset="-127"/>
                <a:cs typeface="+mn-cs"/>
              </a:defRPr>
            </a:lvl1pPr>
          </a:lstStyle>
          <a:p>
            <a:pPr>
              <a:defRPr/>
            </a:pPr>
            <a:fld id="{64BACD52-8DFD-48E6-884D-535C20257515}" type="datetimeFigureOut">
              <a:rPr lang="ko-KR" altLang="en-US"/>
              <a:pPr>
                <a:defRPr/>
              </a:pPr>
              <a:t>2019-06-04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25988" y="733425"/>
            <a:ext cx="4892675" cy="3668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435100" y="4646613"/>
            <a:ext cx="11474450" cy="4403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293225"/>
            <a:ext cx="6216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-윤고딕140" pitchFamily="18" charset="-127"/>
                <a:ea typeface="-윤고딕140" pitchFamily="18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124825" y="9293225"/>
            <a:ext cx="6216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-윤고딕140" pitchFamily="18" charset="-127"/>
                <a:ea typeface="-윤고딕140" pitchFamily="18" charset="-127"/>
                <a:cs typeface="+mn-cs"/>
              </a:defRPr>
            </a:lvl1pPr>
          </a:lstStyle>
          <a:p>
            <a:pPr>
              <a:defRPr/>
            </a:pPr>
            <a:fld id="{F6C130F7-9CB1-4A56-AD90-0D86D65CD40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35771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20030" algn="l" rtl="0" eaLnBrk="0" fontAlgn="base" latinLnBrk="1" hangingPunct="0">
      <a:spcBef>
        <a:spcPct val="30000"/>
      </a:spcBef>
      <a:spcAft>
        <a:spcPct val="0"/>
      </a:spcAft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40059" algn="l" rtl="0" eaLnBrk="0" fontAlgn="base" latinLnBrk="1" hangingPunct="0">
      <a:spcBef>
        <a:spcPct val="30000"/>
      </a:spcBef>
      <a:spcAft>
        <a:spcPct val="0"/>
      </a:spcAft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60089" algn="l" rtl="0" eaLnBrk="0" fontAlgn="base" latinLnBrk="1" hangingPunct="0">
      <a:spcBef>
        <a:spcPct val="30000"/>
      </a:spcBef>
      <a:spcAft>
        <a:spcPct val="0"/>
      </a:spcAft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80119" algn="l" rtl="0" eaLnBrk="0" fontAlgn="base" latinLnBrk="1" hangingPunct="0">
      <a:spcBef>
        <a:spcPct val="30000"/>
      </a:spcBef>
      <a:spcAft>
        <a:spcPct val="0"/>
      </a:spcAft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100148" algn="l" defTabSz="840059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20178" algn="l" defTabSz="840059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40207" algn="l" defTabSz="840059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60237" algn="l" defTabSz="840059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60120" y="2981912"/>
            <a:ext cx="10881360" cy="2058719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20240" y="5440681"/>
            <a:ext cx="8961120" cy="2454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04256" indent="0" algn="ctr">
              <a:buNone/>
              <a:defRPr/>
            </a:lvl2pPr>
            <a:lvl3pPr marL="808512" indent="0" algn="ctr">
              <a:buNone/>
              <a:defRPr/>
            </a:lvl3pPr>
            <a:lvl4pPr marL="1212769" indent="0" algn="ctr">
              <a:buNone/>
              <a:defRPr/>
            </a:lvl4pPr>
            <a:lvl5pPr marL="1617025" indent="0" algn="ctr">
              <a:buNone/>
              <a:defRPr/>
            </a:lvl5pPr>
            <a:lvl6pPr marL="2021281" indent="0" algn="ctr">
              <a:buNone/>
              <a:defRPr/>
            </a:lvl6pPr>
            <a:lvl7pPr marL="2425537" indent="0" algn="ctr">
              <a:buNone/>
              <a:defRPr/>
            </a:lvl7pPr>
            <a:lvl8pPr marL="2829794" indent="0" algn="ctr">
              <a:buNone/>
              <a:defRPr/>
            </a:lvl8pPr>
            <a:lvl9pPr marL="323405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0080" y="2240280"/>
            <a:ext cx="11521440" cy="6336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0653" y="6170002"/>
            <a:ext cx="10881360" cy="1906393"/>
          </a:xfrm>
          <a:prstGeom prst="rect">
            <a:avLst/>
          </a:prstGeom>
        </p:spPr>
        <p:txBody>
          <a:bodyPr anchor="t"/>
          <a:lstStyle>
            <a:lvl1pPr algn="l">
              <a:defRPr sz="3537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10653" y="4069740"/>
            <a:ext cx="10881360" cy="21002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768"/>
            </a:lvl1pPr>
            <a:lvl2pPr marL="404256" indent="0">
              <a:buNone/>
              <a:defRPr sz="1592"/>
            </a:lvl2pPr>
            <a:lvl3pPr marL="808512" indent="0">
              <a:buNone/>
              <a:defRPr sz="1415"/>
            </a:lvl3pPr>
            <a:lvl4pPr marL="1212769" indent="0">
              <a:buNone/>
              <a:defRPr sz="1238"/>
            </a:lvl4pPr>
            <a:lvl5pPr marL="1617025" indent="0">
              <a:buNone/>
              <a:defRPr sz="1238"/>
            </a:lvl5pPr>
            <a:lvl6pPr marL="2021281" indent="0">
              <a:buNone/>
              <a:defRPr sz="1238"/>
            </a:lvl6pPr>
            <a:lvl7pPr marL="2425537" indent="0">
              <a:buNone/>
              <a:defRPr sz="1238"/>
            </a:lvl7pPr>
            <a:lvl8pPr marL="2829794" indent="0">
              <a:buNone/>
              <a:defRPr sz="1238"/>
            </a:lvl8pPr>
            <a:lvl9pPr marL="3234050" indent="0">
              <a:buNone/>
              <a:defRPr sz="123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0080" y="2240280"/>
            <a:ext cx="5693343" cy="6336177"/>
          </a:xfrm>
          <a:prstGeom prst="rect">
            <a:avLst/>
          </a:prstGeom>
        </p:spPr>
        <p:txBody>
          <a:bodyPr/>
          <a:lstStyle>
            <a:lvl1pPr>
              <a:defRPr sz="2476"/>
            </a:lvl1pPr>
            <a:lvl2pPr>
              <a:defRPr sz="2122"/>
            </a:lvl2pPr>
            <a:lvl3pPr>
              <a:defRPr sz="1768"/>
            </a:lvl3pPr>
            <a:lvl4pPr>
              <a:defRPr sz="1592"/>
            </a:lvl4pPr>
            <a:lvl5pPr>
              <a:defRPr sz="1592"/>
            </a:lvl5pPr>
            <a:lvl6pPr>
              <a:defRPr sz="1592"/>
            </a:lvl6pPr>
            <a:lvl7pPr>
              <a:defRPr sz="1592"/>
            </a:lvl7pPr>
            <a:lvl8pPr>
              <a:defRPr sz="1592"/>
            </a:lvl8pPr>
            <a:lvl9pPr>
              <a:defRPr sz="159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68177" y="2240280"/>
            <a:ext cx="5693343" cy="6336177"/>
          </a:xfrm>
          <a:prstGeom prst="rect">
            <a:avLst/>
          </a:prstGeom>
        </p:spPr>
        <p:txBody>
          <a:bodyPr/>
          <a:lstStyle>
            <a:lvl1pPr>
              <a:defRPr sz="2476"/>
            </a:lvl1pPr>
            <a:lvl2pPr>
              <a:defRPr sz="2122"/>
            </a:lvl2pPr>
            <a:lvl3pPr>
              <a:defRPr sz="1768"/>
            </a:lvl3pPr>
            <a:lvl4pPr>
              <a:defRPr sz="1592"/>
            </a:lvl4pPr>
            <a:lvl5pPr>
              <a:defRPr sz="1592"/>
            </a:lvl5pPr>
            <a:lvl6pPr>
              <a:defRPr sz="1592"/>
            </a:lvl6pPr>
            <a:lvl7pPr>
              <a:defRPr sz="1592"/>
            </a:lvl7pPr>
            <a:lvl8pPr>
              <a:defRPr sz="1592"/>
            </a:lvl8pPr>
            <a:lvl9pPr>
              <a:defRPr sz="159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1" y="2149500"/>
            <a:ext cx="5656847" cy="8954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22" b="1"/>
            </a:lvl1pPr>
            <a:lvl2pPr marL="404256" indent="0">
              <a:buNone/>
              <a:defRPr sz="1768" b="1"/>
            </a:lvl2pPr>
            <a:lvl3pPr marL="808512" indent="0">
              <a:buNone/>
              <a:defRPr sz="1592" b="1"/>
            </a:lvl3pPr>
            <a:lvl4pPr marL="1212769" indent="0">
              <a:buNone/>
              <a:defRPr sz="1415" b="1"/>
            </a:lvl4pPr>
            <a:lvl5pPr marL="1617025" indent="0">
              <a:buNone/>
              <a:defRPr sz="1415" b="1"/>
            </a:lvl5pPr>
            <a:lvl6pPr marL="2021281" indent="0">
              <a:buNone/>
              <a:defRPr sz="1415" b="1"/>
            </a:lvl6pPr>
            <a:lvl7pPr marL="2425537" indent="0">
              <a:buNone/>
              <a:defRPr sz="1415" b="1"/>
            </a:lvl7pPr>
            <a:lvl8pPr marL="2829794" indent="0">
              <a:buNone/>
              <a:defRPr sz="1415" b="1"/>
            </a:lvl8pPr>
            <a:lvl9pPr marL="3234050" indent="0">
              <a:buNone/>
              <a:defRPr sz="141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081" y="3044996"/>
            <a:ext cx="5656847" cy="5531460"/>
          </a:xfrm>
          <a:prstGeom prst="rect">
            <a:avLst/>
          </a:prstGeom>
        </p:spPr>
        <p:txBody>
          <a:bodyPr/>
          <a:lstStyle>
            <a:lvl1pPr>
              <a:defRPr sz="2122"/>
            </a:lvl1pPr>
            <a:lvl2pPr>
              <a:defRPr sz="1768"/>
            </a:lvl2pPr>
            <a:lvl3pPr>
              <a:defRPr sz="1592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03269" y="2149500"/>
            <a:ext cx="5658251" cy="8954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22" b="1"/>
            </a:lvl1pPr>
            <a:lvl2pPr marL="404256" indent="0">
              <a:buNone/>
              <a:defRPr sz="1768" b="1"/>
            </a:lvl2pPr>
            <a:lvl3pPr marL="808512" indent="0">
              <a:buNone/>
              <a:defRPr sz="1592" b="1"/>
            </a:lvl3pPr>
            <a:lvl4pPr marL="1212769" indent="0">
              <a:buNone/>
              <a:defRPr sz="1415" b="1"/>
            </a:lvl4pPr>
            <a:lvl5pPr marL="1617025" indent="0">
              <a:buNone/>
              <a:defRPr sz="1415" b="1"/>
            </a:lvl5pPr>
            <a:lvl6pPr marL="2021281" indent="0">
              <a:buNone/>
              <a:defRPr sz="1415" b="1"/>
            </a:lvl6pPr>
            <a:lvl7pPr marL="2425537" indent="0">
              <a:buNone/>
              <a:defRPr sz="1415" b="1"/>
            </a:lvl7pPr>
            <a:lvl8pPr marL="2829794" indent="0">
              <a:buNone/>
              <a:defRPr sz="1415" b="1"/>
            </a:lvl8pPr>
            <a:lvl9pPr marL="3234050" indent="0">
              <a:buNone/>
              <a:defRPr sz="141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03269" y="3044996"/>
            <a:ext cx="5658251" cy="5531460"/>
          </a:xfrm>
          <a:prstGeom prst="rect">
            <a:avLst/>
          </a:prstGeom>
        </p:spPr>
        <p:txBody>
          <a:bodyPr/>
          <a:lstStyle>
            <a:lvl1pPr>
              <a:defRPr sz="2122"/>
            </a:lvl1pPr>
            <a:lvl2pPr>
              <a:defRPr sz="1768"/>
            </a:lvl2pPr>
            <a:lvl3pPr>
              <a:defRPr sz="1592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1587"/>
            <a:ext cx="4211053" cy="1627896"/>
          </a:xfrm>
          <a:prstGeom prst="rect">
            <a:avLst/>
          </a:prstGeom>
        </p:spPr>
        <p:txBody>
          <a:bodyPr anchor="b"/>
          <a:lstStyle>
            <a:lvl1pPr algn="l">
              <a:defRPr sz="1768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5538" y="381587"/>
            <a:ext cx="7155982" cy="8194870"/>
          </a:xfrm>
          <a:prstGeom prst="rect">
            <a:avLst/>
          </a:prstGeom>
        </p:spPr>
        <p:txBody>
          <a:bodyPr/>
          <a:lstStyle>
            <a:lvl1pPr>
              <a:defRPr sz="2829"/>
            </a:lvl1pPr>
            <a:lvl2pPr>
              <a:defRPr sz="2476"/>
            </a:lvl2pPr>
            <a:lvl3pPr>
              <a:defRPr sz="2122"/>
            </a:lvl3pPr>
            <a:lvl4pPr>
              <a:defRPr sz="1768"/>
            </a:lvl4pPr>
            <a:lvl5pPr>
              <a:defRPr sz="1768"/>
            </a:lvl5pPr>
            <a:lvl6pPr>
              <a:defRPr sz="1768"/>
            </a:lvl6pPr>
            <a:lvl7pPr>
              <a:defRPr sz="1768"/>
            </a:lvl7pPr>
            <a:lvl8pPr>
              <a:defRPr sz="1768"/>
            </a:lvl8pPr>
            <a:lvl9pPr>
              <a:defRPr sz="17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40080" y="2009482"/>
            <a:ext cx="4211053" cy="6566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38"/>
            </a:lvl1pPr>
            <a:lvl2pPr marL="404256" indent="0">
              <a:buNone/>
              <a:defRPr sz="1061"/>
            </a:lvl2pPr>
            <a:lvl3pPr marL="808512" indent="0">
              <a:buNone/>
              <a:defRPr sz="884"/>
            </a:lvl3pPr>
            <a:lvl4pPr marL="1212769" indent="0">
              <a:buNone/>
              <a:defRPr sz="796"/>
            </a:lvl4pPr>
            <a:lvl5pPr marL="1617025" indent="0">
              <a:buNone/>
              <a:defRPr sz="796"/>
            </a:lvl5pPr>
            <a:lvl6pPr marL="2021281" indent="0">
              <a:buNone/>
              <a:defRPr sz="796"/>
            </a:lvl6pPr>
            <a:lvl7pPr marL="2425537" indent="0">
              <a:buNone/>
              <a:defRPr sz="796"/>
            </a:lvl7pPr>
            <a:lvl8pPr marL="2829794" indent="0">
              <a:buNone/>
              <a:defRPr sz="796"/>
            </a:lvl8pPr>
            <a:lvl9pPr marL="3234050" indent="0">
              <a:buNone/>
              <a:defRPr sz="79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9787" y="6720840"/>
            <a:ext cx="7680960" cy="793945"/>
          </a:xfrm>
          <a:prstGeom prst="rect">
            <a:avLst/>
          </a:prstGeom>
        </p:spPr>
        <p:txBody>
          <a:bodyPr anchor="b"/>
          <a:lstStyle>
            <a:lvl1pPr algn="l">
              <a:defRPr sz="1768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09787" y="858569"/>
            <a:ext cx="7680960" cy="5760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29"/>
            </a:lvl1pPr>
            <a:lvl2pPr marL="404256" indent="0">
              <a:buNone/>
              <a:defRPr sz="2476"/>
            </a:lvl2pPr>
            <a:lvl3pPr marL="808512" indent="0">
              <a:buNone/>
              <a:defRPr sz="2122"/>
            </a:lvl3pPr>
            <a:lvl4pPr marL="1212769" indent="0">
              <a:buNone/>
              <a:defRPr sz="1768"/>
            </a:lvl4pPr>
            <a:lvl5pPr marL="1617025" indent="0">
              <a:buNone/>
              <a:defRPr sz="1768"/>
            </a:lvl5pPr>
            <a:lvl6pPr marL="2021281" indent="0">
              <a:buNone/>
              <a:defRPr sz="1768"/>
            </a:lvl6pPr>
            <a:lvl7pPr marL="2425537" indent="0">
              <a:buNone/>
              <a:defRPr sz="1768"/>
            </a:lvl7pPr>
            <a:lvl8pPr marL="2829794" indent="0">
              <a:buNone/>
              <a:defRPr sz="1768"/>
            </a:lvl8pPr>
            <a:lvl9pPr marL="3234050" indent="0">
              <a:buNone/>
              <a:defRPr sz="1768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09787" y="7514785"/>
            <a:ext cx="7680960" cy="11262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38"/>
            </a:lvl1pPr>
            <a:lvl2pPr marL="404256" indent="0">
              <a:buNone/>
              <a:defRPr sz="1061"/>
            </a:lvl2pPr>
            <a:lvl3pPr marL="808512" indent="0">
              <a:buNone/>
              <a:defRPr sz="884"/>
            </a:lvl3pPr>
            <a:lvl4pPr marL="1212769" indent="0">
              <a:buNone/>
              <a:defRPr sz="796"/>
            </a:lvl4pPr>
            <a:lvl5pPr marL="1617025" indent="0">
              <a:buNone/>
              <a:defRPr sz="796"/>
            </a:lvl5pPr>
            <a:lvl6pPr marL="2021281" indent="0">
              <a:buNone/>
              <a:defRPr sz="796"/>
            </a:lvl6pPr>
            <a:lvl7pPr marL="2425537" indent="0">
              <a:buNone/>
              <a:defRPr sz="796"/>
            </a:lvl7pPr>
            <a:lvl8pPr marL="2829794" indent="0">
              <a:buNone/>
              <a:defRPr sz="796"/>
            </a:lvl8pPr>
            <a:lvl9pPr marL="3234050" indent="0">
              <a:buNone/>
              <a:defRPr sz="79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2240280"/>
            <a:ext cx="11521440" cy="633617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81160" y="384664"/>
            <a:ext cx="2880360" cy="8191793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384664"/>
            <a:ext cx="8506326" cy="819179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663"/>
            <a:ext cx="11521440" cy="16002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sp>
        <p:nvSpPr>
          <p:cNvPr id="35" name="Round Diagonal Corner Rectangle 34"/>
          <p:cNvSpPr/>
          <p:nvPr userDrawn="1"/>
        </p:nvSpPr>
        <p:spPr>
          <a:xfrm>
            <a:off x="154824" y="0"/>
            <a:ext cx="532169" cy="795190"/>
          </a:xfrm>
          <a:prstGeom prst="round2DiagRect">
            <a:avLst>
              <a:gd name="adj1" fmla="val 0"/>
              <a:gd name="adj2" fmla="val 0"/>
            </a:avLst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C7BC7"/>
              </a:gs>
            </a:gsLst>
          </a:gradFill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BE27342-8828-473B-A674-7C26578A353E}"/>
              </a:ext>
            </a:extLst>
          </p:cNvPr>
          <p:cNvSpPr txBox="1"/>
          <p:nvPr userDrawn="1"/>
        </p:nvSpPr>
        <p:spPr>
          <a:xfrm>
            <a:off x="8976197" y="631122"/>
            <a:ext cx="3628746" cy="149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973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사회적경제 판로지원 통합플랫폼</a:t>
            </a:r>
            <a:r>
              <a:rPr lang="en-US" altLang="ko-KR" sz="973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73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 구축사업</a:t>
            </a:r>
            <a:endParaRPr lang="ko-KR" altLang="en-US" sz="973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016E3A1B-ECDE-4F8A-B805-2A92BD2A3DA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34402" y="123071"/>
            <a:ext cx="1565932" cy="3307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rtl="0" eaLnBrk="0" fontAlgn="base" latinLnBrk="1" hangingPunct="0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04256" algn="l" rtl="0" fontAlgn="base" latinLnBrk="1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808512" algn="l" rtl="0" fontAlgn="base" latinLnBrk="1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212769" algn="l" rtl="0" fontAlgn="base" latinLnBrk="1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617025" algn="l" rtl="0" fontAlgn="base" latinLnBrk="1">
        <a:lnSpc>
          <a:spcPct val="140000"/>
        </a:lnSpc>
        <a:spcBef>
          <a:spcPct val="40000"/>
        </a:spcBef>
        <a:spcAft>
          <a:spcPct val="0"/>
        </a:spcAft>
        <a:defRPr kumimoji="1" sz="1326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461807" indent="-461807" algn="l" defTabSz="123242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4333">
          <a:solidFill>
            <a:schemeClr val="tx1"/>
          </a:solidFill>
          <a:latin typeface="+mn-lt"/>
          <a:ea typeface="+mn-ea"/>
          <a:cs typeface="+mn-cs"/>
        </a:defRPr>
      </a:lvl1pPr>
      <a:lvl2pPr marL="1000815" indent="-384605" algn="l" defTabSz="123242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802">
          <a:solidFill>
            <a:schemeClr val="tx1"/>
          </a:solidFill>
          <a:latin typeface="+mn-lt"/>
          <a:ea typeface="+mn-ea"/>
        </a:defRPr>
      </a:lvl2pPr>
      <a:lvl3pPr marL="1539824" indent="-307404" algn="l" defTabSz="123242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72">
          <a:solidFill>
            <a:schemeClr val="tx1"/>
          </a:solidFill>
          <a:latin typeface="+mn-lt"/>
          <a:ea typeface="+mn-ea"/>
        </a:defRPr>
      </a:lvl3pPr>
      <a:lvl4pPr marL="2156033" indent="-307404" algn="l" defTabSz="123242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653">
          <a:solidFill>
            <a:schemeClr val="tx1"/>
          </a:solidFill>
          <a:latin typeface="+mn-lt"/>
          <a:ea typeface="+mn-ea"/>
        </a:defRPr>
      </a:lvl4pPr>
      <a:lvl5pPr marL="2772244" indent="-308807" algn="l" defTabSz="1232420" rtl="0" eaLnBrk="0" fontAlgn="base" latinLnBrk="1" hangingPunct="0">
        <a:spcBef>
          <a:spcPct val="20000"/>
        </a:spcBef>
        <a:spcAft>
          <a:spcPct val="0"/>
        </a:spcAft>
        <a:buChar char="»"/>
        <a:defRPr kumimoji="1" sz="2653">
          <a:solidFill>
            <a:schemeClr val="tx1"/>
          </a:solidFill>
          <a:latin typeface="+mn-lt"/>
          <a:ea typeface="+mn-ea"/>
        </a:defRPr>
      </a:lvl5pPr>
      <a:lvl6pPr marL="3176500" indent="-308807" algn="l" defTabSz="1232420" rtl="0" fontAlgn="base" latinLnBrk="1">
        <a:spcBef>
          <a:spcPct val="20000"/>
        </a:spcBef>
        <a:spcAft>
          <a:spcPct val="0"/>
        </a:spcAft>
        <a:buChar char="»"/>
        <a:defRPr kumimoji="1" sz="2653">
          <a:solidFill>
            <a:schemeClr val="tx1"/>
          </a:solidFill>
          <a:latin typeface="+mn-lt"/>
          <a:ea typeface="+mn-ea"/>
        </a:defRPr>
      </a:lvl6pPr>
      <a:lvl7pPr marL="3580756" indent="-308807" algn="l" defTabSz="1232420" rtl="0" fontAlgn="base" latinLnBrk="1">
        <a:spcBef>
          <a:spcPct val="20000"/>
        </a:spcBef>
        <a:spcAft>
          <a:spcPct val="0"/>
        </a:spcAft>
        <a:buChar char="»"/>
        <a:defRPr kumimoji="1" sz="2653">
          <a:solidFill>
            <a:schemeClr val="tx1"/>
          </a:solidFill>
          <a:latin typeface="+mn-lt"/>
          <a:ea typeface="+mn-ea"/>
        </a:defRPr>
      </a:lvl7pPr>
      <a:lvl8pPr marL="3985012" indent="-308807" algn="l" defTabSz="1232420" rtl="0" fontAlgn="base" latinLnBrk="1">
        <a:spcBef>
          <a:spcPct val="20000"/>
        </a:spcBef>
        <a:spcAft>
          <a:spcPct val="0"/>
        </a:spcAft>
        <a:buChar char="»"/>
        <a:defRPr kumimoji="1" sz="2653">
          <a:solidFill>
            <a:schemeClr val="tx1"/>
          </a:solidFill>
          <a:latin typeface="+mn-lt"/>
          <a:ea typeface="+mn-ea"/>
        </a:defRPr>
      </a:lvl8pPr>
      <a:lvl9pPr marL="4389269" indent="-308807" algn="l" defTabSz="1232420" rtl="0" fontAlgn="base" latinLnBrk="1">
        <a:spcBef>
          <a:spcPct val="20000"/>
        </a:spcBef>
        <a:spcAft>
          <a:spcPct val="0"/>
        </a:spcAft>
        <a:buChar char="»"/>
        <a:defRPr kumimoji="1" sz="26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1pPr>
      <a:lvl2pPr marL="404256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2pPr>
      <a:lvl3pPr marL="808512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3pPr>
      <a:lvl4pPr marL="1212769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4pPr>
      <a:lvl5pPr marL="1617025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5pPr>
      <a:lvl6pPr marL="2021281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6pPr>
      <a:lvl7pPr marL="2425537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7pPr>
      <a:lvl8pPr marL="2829794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8pPr>
      <a:lvl9pPr marL="3234050" algn="l" defTabSz="808512" rtl="0" eaLnBrk="1" latinLnBrk="1" hangingPunct="1">
        <a:defRPr sz="15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직사각형 152">
            <a:extLst>
              <a:ext uri="{FF2B5EF4-FFF2-40B4-BE49-F238E27FC236}">
                <a16:creationId xmlns:a16="http://schemas.microsoft.com/office/drawing/2014/main" xmlns="" id="{2F0BBDF3-BF00-4C56-8AA6-AE6EA52C7DFB}"/>
              </a:ext>
            </a:extLst>
          </p:cNvPr>
          <p:cNvSpPr/>
          <p:nvPr/>
        </p:nvSpPr>
        <p:spPr>
          <a:xfrm>
            <a:off x="11300393" y="7683661"/>
            <a:ext cx="949247" cy="997848"/>
          </a:xfrm>
          <a:prstGeom prst="rect">
            <a:avLst/>
          </a:prstGeom>
          <a:solidFill>
            <a:sysClr val="window" lastClr="FFFFFF"/>
          </a:solidFill>
          <a:ln w="22225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defTabSz="74278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03" kern="0">
              <a:solidFill>
                <a:sysClr val="window" lastClr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" name="AutoShape 16"/>
          <p:cNvSpPr>
            <a:spLocks noChangeArrowheads="1"/>
          </p:cNvSpPr>
          <p:nvPr/>
        </p:nvSpPr>
        <p:spPr bwMode="auto">
          <a:xfrm>
            <a:off x="586823" y="2431982"/>
            <a:ext cx="1314501" cy="3582219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4F81BD">
                <a:lumMod val="75000"/>
              </a:srgbClr>
            </a:solidFill>
            <a:round/>
            <a:headEnd/>
            <a:tailEnd/>
          </a:ln>
        </p:spPr>
        <p:txBody>
          <a:bodyPr wrap="none" lIns="74279" tIns="37139" rIns="74279" bIns="37139" anchor="ctr"/>
          <a:lstStyle/>
          <a:p>
            <a:pPr defTabSz="74278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31" kern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86134" y="2187605"/>
            <a:ext cx="1315190" cy="265045"/>
          </a:xfrm>
          <a:prstGeom prst="round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이용자</a:t>
            </a:r>
            <a:endParaRPr kumimoji="0" lang="en-US" altLang="ko-KR" sz="10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65175" y="3798764"/>
            <a:ext cx="606817" cy="541803"/>
            <a:chOff x="607293" y="3779402"/>
            <a:chExt cx="518895" cy="632207"/>
          </a:xfrm>
        </p:grpSpPr>
        <p:pic>
          <p:nvPicPr>
            <p:cNvPr id="6" name="그림 5" descr="그림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77" y="3779402"/>
              <a:ext cx="341948" cy="479045"/>
            </a:xfrm>
            <a:prstGeom prst="rect">
              <a:avLst/>
            </a:prstGeom>
          </p:spPr>
        </p:pic>
        <p:sp>
          <p:nvSpPr>
            <p:cNvPr id="7" name="Rectangle 38"/>
            <p:cNvSpPr>
              <a:spLocks noChangeArrowheads="1"/>
            </p:cNvSpPr>
            <p:nvPr/>
          </p:nvSpPr>
          <p:spPr bwMode="auto">
            <a:xfrm>
              <a:off x="607293" y="4244837"/>
              <a:ext cx="518895" cy="16677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defTabSz="1038225" eaLnBrk="0" fontAlgn="auto" latinLnBrk="0" hangingPunct="0">
                <a:spcBef>
                  <a:spcPct val="30000"/>
                </a:spcBef>
                <a:spcAft>
                  <a:spcPts val="0"/>
                </a:spcAft>
                <a:defRPr/>
              </a:pPr>
              <a:r>
                <a:rPr lang="ko-KR" altLang="en-US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일반소비자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960124" y="4481796"/>
            <a:ext cx="606817" cy="562132"/>
            <a:chOff x="595771" y="3897942"/>
            <a:chExt cx="518895" cy="655926"/>
          </a:xfrm>
        </p:grpSpPr>
        <p:pic>
          <p:nvPicPr>
            <p:cNvPr id="9" name="그림 8" descr="그림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77" y="3897942"/>
              <a:ext cx="341948" cy="479045"/>
            </a:xfrm>
            <a:prstGeom prst="rect">
              <a:avLst/>
            </a:prstGeom>
          </p:spPr>
        </p:pic>
        <p:sp>
          <p:nvSpPr>
            <p:cNvPr id="10" name="Rectangle 38"/>
            <p:cNvSpPr>
              <a:spLocks noChangeArrowheads="1"/>
            </p:cNvSpPr>
            <p:nvPr/>
          </p:nvSpPr>
          <p:spPr bwMode="auto">
            <a:xfrm>
              <a:off x="595771" y="4387097"/>
              <a:ext cx="518895" cy="16677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defTabSz="74278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공공기관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965175" y="5140313"/>
            <a:ext cx="606817" cy="562132"/>
            <a:chOff x="607293" y="3897942"/>
            <a:chExt cx="518895" cy="655926"/>
          </a:xfrm>
        </p:grpSpPr>
        <p:pic>
          <p:nvPicPr>
            <p:cNvPr id="12" name="그림 11" descr="그림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77" y="3897942"/>
              <a:ext cx="341948" cy="479045"/>
            </a:xfrm>
            <a:prstGeom prst="rect">
              <a:avLst/>
            </a:prstGeom>
          </p:spPr>
        </p:pic>
        <p:sp>
          <p:nvSpPr>
            <p:cNvPr id="13" name="Rectangle 38"/>
            <p:cNvSpPr>
              <a:spLocks noChangeArrowheads="1"/>
            </p:cNvSpPr>
            <p:nvPr/>
          </p:nvSpPr>
          <p:spPr bwMode="auto">
            <a:xfrm>
              <a:off x="607293" y="4387097"/>
              <a:ext cx="518895" cy="16677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defTabSz="74278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유통채널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958056" y="2713638"/>
            <a:ext cx="606817" cy="692453"/>
            <a:chOff x="619892" y="3897942"/>
            <a:chExt cx="518895" cy="807990"/>
          </a:xfrm>
        </p:grpSpPr>
        <p:pic>
          <p:nvPicPr>
            <p:cNvPr id="15" name="그림 14" descr="그림4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77" y="3897942"/>
              <a:ext cx="341948" cy="479045"/>
            </a:xfrm>
            <a:prstGeom prst="rect">
              <a:avLst/>
            </a:prstGeom>
          </p:spPr>
        </p:pic>
        <p:sp>
          <p:nvSpPr>
            <p:cNvPr id="16" name="Rectangle 38"/>
            <p:cNvSpPr>
              <a:spLocks noChangeArrowheads="1"/>
            </p:cNvSpPr>
            <p:nvPr/>
          </p:nvSpPr>
          <p:spPr bwMode="auto">
            <a:xfrm>
              <a:off x="619892" y="4366224"/>
              <a:ext cx="518895" cy="33970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defTabSz="1038225" eaLnBrk="0" fontAlgn="auto" latinLnBrk="0" hangingPunct="0">
                <a:spcBef>
                  <a:spcPct val="30000"/>
                </a:spcBef>
                <a:spcAft>
                  <a:spcPts val="0"/>
                </a:spcAft>
                <a:defRPr/>
              </a:pPr>
              <a:r>
                <a:rPr lang="ko-KR" altLang="en-US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사회적</a:t>
              </a:r>
              <a:r>
                <a:rPr lang="en-US" altLang="ko-KR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/>
              </a:r>
              <a:br>
                <a:rPr lang="en-US" altLang="ko-KR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</a:br>
              <a:r>
                <a:rPr lang="ko-KR" altLang="en-US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경제기업</a:t>
              </a:r>
              <a:endParaRPr lang="en-US" altLang="ko-KR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endParaRPr>
            </a:p>
          </p:txBody>
        </p:sp>
      </p:grpSp>
      <p:sp>
        <p:nvSpPr>
          <p:cNvPr id="2" name="직사각형 1"/>
          <p:cNvSpPr/>
          <p:nvPr/>
        </p:nvSpPr>
        <p:spPr bwMode="auto">
          <a:xfrm>
            <a:off x="868850" y="2606888"/>
            <a:ext cx="771771" cy="859973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endParaRPr lang="ko-KR" altLang="en-US" sz="796"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765948" y="2775942"/>
            <a:ext cx="192108" cy="526778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rgbClr val="9AB8DA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공급자</a:t>
            </a:r>
          </a:p>
        </p:txBody>
      </p:sp>
      <p:sp>
        <p:nvSpPr>
          <p:cNvPr id="18" name="직사각형 17"/>
          <p:cNvSpPr/>
          <p:nvPr/>
        </p:nvSpPr>
        <p:spPr bwMode="auto">
          <a:xfrm>
            <a:off x="868850" y="3685340"/>
            <a:ext cx="771771" cy="2131558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endParaRPr lang="ko-KR" altLang="en-US" sz="796"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765948" y="4443757"/>
            <a:ext cx="192108" cy="526778"/>
          </a:xfrm>
          <a:prstGeom prst="rect">
            <a:avLst/>
          </a:prstGeom>
          <a:solidFill>
            <a:srgbClr val="36B1D2"/>
          </a:solidFill>
          <a:ln w="3175" cap="flat" cmpd="sng" algn="ctr">
            <a:solidFill>
              <a:srgbClr val="9AB8DA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수요자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2762450" y="2179976"/>
            <a:ext cx="7748337" cy="442630"/>
            <a:chOff x="2603396" y="2531394"/>
            <a:chExt cx="9562245" cy="315912"/>
          </a:xfrm>
        </p:grpSpPr>
        <p:sp>
          <p:nvSpPr>
            <p:cNvPr id="24" name="AutoShape 175" descr="파2"/>
            <p:cNvSpPr>
              <a:spLocks noChangeArrowheads="1"/>
            </p:cNvSpPr>
            <p:nvPr/>
          </p:nvSpPr>
          <p:spPr bwMode="auto">
            <a:xfrm flipH="1">
              <a:off x="2603396" y="2531394"/>
              <a:ext cx="9562245" cy="315912"/>
            </a:xfrm>
            <a:prstGeom prst="roundRect">
              <a:avLst>
                <a:gd name="adj" fmla="val 0"/>
              </a:avLst>
            </a:prstGeom>
            <a:solidFill>
              <a:srgbClr val="589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58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5916" tIns="0" rIns="15916" bIns="0" anchor="ctr"/>
            <a:lstStyle>
              <a:lvl1pPr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endParaRPr lang="en-US" altLang="en-US" sz="619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AutoShape 175" descr="파2"/>
            <p:cNvSpPr>
              <a:spLocks noChangeArrowheads="1"/>
            </p:cNvSpPr>
            <p:nvPr/>
          </p:nvSpPr>
          <p:spPr bwMode="auto">
            <a:xfrm flipH="1">
              <a:off x="2603396" y="2645694"/>
              <a:ext cx="9562245" cy="20161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589BBC"/>
                </a:gs>
                <a:gs pos="100000">
                  <a:srgbClr val="3C78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58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5916" tIns="0" rIns="15916" bIns="0" anchor="ctr"/>
            <a:lstStyle>
              <a:lvl1pPr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endParaRPr lang="en-US" altLang="en-US" sz="619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AutoShape 175" descr="파2"/>
            <p:cNvSpPr>
              <a:spLocks noChangeArrowheads="1"/>
            </p:cNvSpPr>
            <p:nvPr/>
          </p:nvSpPr>
          <p:spPr bwMode="auto">
            <a:xfrm flipH="1">
              <a:off x="4914238" y="2619697"/>
              <a:ext cx="3723107" cy="13179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defTabSz="15113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000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/>
              <a:r>
                <a:rPr kumimoji="0" lang="en-US" altLang="ko-KR" sz="1200" b="1" kern="0" dirty="0">
                  <a:ln>
                    <a:solidFill>
                      <a:srgbClr val="00669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e-Store 36.5 (</a:t>
              </a:r>
              <a:r>
                <a:rPr kumimoji="0" lang="ko-KR" altLang="en-US" sz="1200" b="1" kern="0" dirty="0">
                  <a:ln>
                    <a:solidFill>
                      <a:srgbClr val="00669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사회적경제 판로지원 통합플랫폼</a:t>
              </a:r>
              <a:r>
                <a:rPr kumimoji="0" lang="en-US" altLang="ko-KR" sz="1200" b="1" kern="0" dirty="0">
                  <a:ln>
                    <a:solidFill>
                      <a:srgbClr val="00669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)</a:t>
              </a:r>
              <a:endParaRPr kumimoji="0" lang="ko-KR" altLang="en-US" sz="12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2761282" y="3105677"/>
            <a:ext cx="2483885" cy="498905"/>
          </a:xfrm>
          <a:prstGeom prst="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사회적경제 상품몰 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상품정보 제공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kumimoji="0" lang="ko-KR" altLang="en-US" sz="11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70614" y="3105677"/>
            <a:ext cx="2268000" cy="498905"/>
          </a:xfrm>
          <a:prstGeom prst="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공공조달 정보</a:t>
            </a:r>
            <a:endParaRPr kumimoji="0" lang="en-US" altLang="ko-KR" sz="11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공공기관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+</a:t>
            </a:r>
            <a:r>
              <a:rPr kumimoji="0" lang="ko-KR" altLang="en-US" sz="1100" b="1" kern="0" dirty="0" err="1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사회적경제기업</a:t>
            </a: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kumimoji="0" lang="ko-KR" altLang="en-US" sz="1100" b="1" kern="0" dirty="0" smtClean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대상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kumimoji="0" lang="ko-KR" altLang="en-US" sz="11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149174" y="3100666"/>
            <a:ext cx="2268000" cy="483596"/>
          </a:xfrm>
          <a:prstGeom prst="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00" b="1" kern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유통 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·</a:t>
            </a:r>
            <a:r>
              <a:rPr kumimoji="0" lang="ko-KR" altLang="en-US" sz="1100" b="1" kern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마케팅 지원</a:t>
            </a:r>
            <a:endParaRPr kumimoji="0" lang="en-US" altLang="ko-KR" sz="11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kumimoji="0" lang="ko-KR" altLang="en-US" sz="1100" b="1" kern="0" err="1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사회적경제기업</a:t>
            </a:r>
            <a:r>
              <a:rPr kumimoji="0" lang="ko-KR" altLang="en-US" sz="1100" b="1" kern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대상</a:t>
            </a:r>
            <a:r>
              <a:rPr kumimoji="0" lang="en-US" altLang="ko-KR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kumimoji="0" lang="ko-KR" altLang="en-US" sz="11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760209" y="7973372"/>
            <a:ext cx="7750578" cy="365114"/>
          </a:xfrm>
          <a:prstGeom prst="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 표준분류체계 관리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0804" y="4890410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002060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외부연계</a:t>
            </a:r>
            <a:endParaRPr lang="en-US" altLang="ko-KR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002060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1272882" y="2112062"/>
            <a:ext cx="949247" cy="5396478"/>
          </a:xfrm>
          <a:prstGeom prst="rect">
            <a:avLst/>
          </a:prstGeom>
          <a:solidFill>
            <a:sysClr val="window" lastClr="FFFFFF"/>
          </a:solidFill>
          <a:ln w="22225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defTabSz="74278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03" kern="0">
              <a:solidFill>
                <a:sysClr val="window" lastClr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1263098" y="1896726"/>
            <a:ext cx="971430" cy="236003"/>
          </a:xfrm>
          <a:prstGeom prst="rect">
            <a:avLst/>
          </a:prstGeom>
          <a:gradFill>
            <a:gsLst>
              <a:gs pos="0">
                <a:srgbClr val="4F81BD"/>
              </a:gs>
              <a:gs pos="100000">
                <a:srgbClr val="4F81BD">
                  <a:lumMod val="75000"/>
                </a:srgbClr>
              </a:gs>
            </a:gsLst>
            <a:lin ang="540000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74278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61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연계</a:t>
            </a:r>
            <a:r>
              <a:rPr kumimoji="0" lang="en-US" altLang="ko-KR" sz="1061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ko-KR" altLang="en-US" sz="1061" b="1" kern="0" dirty="0"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대상</a:t>
            </a:r>
          </a:p>
        </p:txBody>
      </p:sp>
      <p:pic>
        <p:nvPicPr>
          <p:cNvPr id="76" name="Picture 143" descr="그림281'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66513" y="2194725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직사각형 88"/>
          <p:cNvSpPr>
            <a:spLocks noChangeArrowheads="1"/>
          </p:cNvSpPr>
          <p:nvPr/>
        </p:nvSpPr>
        <p:spPr bwMode="auto">
          <a:xfrm>
            <a:off x="11420324" y="2368608"/>
            <a:ext cx="7057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나라장터</a:t>
            </a:r>
            <a:endParaRPr lang="en-US" altLang="ko-KR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  <a:p>
            <a:pPr algn="ctr" eaLnBrk="1" latinLnBrk="0" hangingPunct="1"/>
            <a:r>
              <a:rPr lang="en-US" altLang="ko-KR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(</a:t>
            </a:r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조달청</a:t>
            </a:r>
            <a:r>
              <a:rPr lang="en-US" altLang="ko-KR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)</a:t>
            </a:r>
            <a:endParaRPr lang="ko-KR" altLang="en-US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  <p:sp>
        <p:nvSpPr>
          <p:cNvPr id="68" name="제목 1">
            <a:extLst>
              <a:ext uri="{FF2B5EF4-FFF2-40B4-BE49-F238E27FC236}">
                <a16:creationId xmlns:a16="http://schemas.microsoft.com/office/drawing/2014/main" xmlns="" id="{417EE047-C5A8-4E42-B975-300BFFB17B03}"/>
              </a:ext>
            </a:extLst>
          </p:cNvPr>
          <p:cNvSpPr txBox="1">
            <a:spLocks/>
          </p:cNvSpPr>
          <p:nvPr/>
        </p:nvSpPr>
        <p:spPr>
          <a:xfrm>
            <a:off x="207904" y="93534"/>
            <a:ext cx="427804" cy="657691"/>
          </a:xfrm>
          <a:prstGeom prst="rect">
            <a:avLst/>
          </a:prstGeom>
          <a:noFill/>
        </p:spPr>
        <p:txBody>
          <a:bodyPr anchor="ctr"/>
          <a:lstStyle/>
          <a:p>
            <a:pPr algn="l" fontAlgn="auto">
              <a:spcAft>
                <a:spcPts val="0"/>
              </a:spcAft>
              <a:defRPr/>
            </a:pPr>
            <a:r>
              <a:rPr kumimoji="0" lang="en-US" altLang="ko-KR" sz="2476" b="1" spc="-88" dirty="0">
                <a:latin typeface="나눔명조" panose="02020603020101020101" pitchFamily="18" charset="-127"/>
                <a:ea typeface="나눔명조" panose="02020603020101020101" pitchFamily="18" charset="-127"/>
                <a:cs typeface="+mj-cs"/>
              </a:rPr>
              <a:t>Ⅲ</a:t>
            </a:r>
            <a:endParaRPr kumimoji="0" lang="ko-KR" altLang="en-US" sz="2476" b="1" spc="-88" dirty="0">
              <a:latin typeface="나눔명조" panose="02020603020101020101" pitchFamily="18" charset="-127"/>
              <a:ea typeface="나눔명조" panose="02020603020101020101" pitchFamily="18" charset="-127"/>
              <a:cs typeface="+mj-cs"/>
            </a:endParaRPr>
          </a:p>
        </p:txBody>
      </p:sp>
      <p:sp>
        <p:nvSpPr>
          <p:cNvPr id="73" name="제목 1">
            <a:extLst>
              <a:ext uri="{FF2B5EF4-FFF2-40B4-BE49-F238E27FC236}">
                <a16:creationId xmlns:a16="http://schemas.microsoft.com/office/drawing/2014/main" xmlns="" id="{CA654EFE-EDD1-4292-ABF7-1045C2B5F495}"/>
              </a:ext>
            </a:extLst>
          </p:cNvPr>
          <p:cNvSpPr txBox="1">
            <a:spLocks/>
          </p:cNvSpPr>
          <p:nvPr/>
        </p:nvSpPr>
        <p:spPr>
          <a:xfrm>
            <a:off x="705204" y="104775"/>
            <a:ext cx="1912939" cy="657691"/>
          </a:xfrm>
          <a:prstGeom prst="rect">
            <a:avLst/>
          </a:prstGeom>
          <a:noFill/>
        </p:spPr>
        <p:txBody>
          <a:bodyPr anchor="ctr"/>
          <a:lstStyle/>
          <a:p>
            <a:pPr algn="l" fontAlgn="auto">
              <a:spcAft>
                <a:spcPts val="0"/>
              </a:spcAft>
              <a:defRPr/>
            </a:pPr>
            <a:r>
              <a:rPr kumimoji="0" lang="ko-KR" altLang="en-US" sz="2122" b="1" spc="-88" dirty="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162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기술 및 기능</a:t>
            </a:r>
          </a:p>
        </p:txBody>
      </p:sp>
      <p:pic>
        <p:nvPicPr>
          <p:cNvPr id="79" name="Picture 143" descr="그림281'1">
            <a:extLst>
              <a:ext uri="{FF2B5EF4-FFF2-40B4-BE49-F238E27FC236}">
                <a16:creationId xmlns:a16="http://schemas.microsoft.com/office/drawing/2014/main" xmlns="" id="{DC903BE6-4C50-4565-BF9D-68F50F092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76673" y="2757343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직사각형 88">
            <a:extLst>
              <a:ext uri="{FF2B5EF4-FFF2-40B4-BE49-F238E27FC236}">
                <a16:creationId xmlns:a16="http://schemas.microsoft.com/office/drawing/2014/main" xmlns="" id="{50FC98CB-E5FA-4780-8F68-BC88394A2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764" y="2985483"/>
            <a:ext cx="70577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 err="1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함께누리몰</a:t>
            </a:r>
            <a:endParaRPr lang="ko-KR" altLang="en-US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3A26546-48D7-48F4-ABF0-49D433B8BC63}"/>
              </a:ext>
            </a:extLst>
          </p:cNvPr>
          <p:cNvSpPr txBox="1"/>
          <p:nvPr/>
        </p:nvSpPr>
        <p:spPr>
          <a:xfrm>
            <a:off x="11396675" y="3239109"/>
            <a:ext cx="767041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상품정보 연계 통합</a:t>
            </a:r>
          </a:p>
        </p:txBody>
      </p:sp>
      <p:pic>
        <p:nvPicPr>
          <p:cNvPr id="83" name="Picture 143" descr="그림281'1">
            <a:extLst>
              <a:ext uri="{FF2B5EF4-FFF2-40B4-BE49-F238E27FC236}">
                <a16:creationId xmlns:a16="http://schemas.microsoft.com/office/drawing/2014/main" xmlns="" id="{62EA9F42-3C23-4813-A762-4E1BFA89C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76673" y="3591614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직사각형 88">
            <a:extLst>
              <a:ext uri="{FF2B5EF4-FFF2-40B4-BE49-F238E27FC236}">
                <a16:creationId xmlns:a16="http://schemas.microsoft.com/office/drawing/2014/main" xmlns="" id="{EFFD4039-F20F-4126-A2B2-19C0E267F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764" y="3742809"/>
            <a:ext cx="7057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공공데이터</a:t>
            </a:r>
            <a:r>
              <a:rPr lang="en-US" altLang="ko-KR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/>
            </a:r>
            <a:br>
              <a:rPr lang="en-US" altLang="ko-KR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</a:br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포털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96A05609-ACB5-4BAA-B7C1-7D0823EBE1F2}"/>
              </a:ext>
            </a:extLst>
          </p:cNvPr>
          <p:cNvSpPr txBox="1"/>
          <p:nvPr/>
        </p:nvSpPr>
        <p:spPr>
          <a:xfrm>
            <a:off x="11396675" y="4061771"/>
            <a:ext cx="767041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defRPr sz="9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상품정보 </a:t>
            </a:r>
            <a:r>
              <a:rPr lang="en-US" altLang="ko-KR" dirty="0"/>
              <a:t>OpenAPI</a:t>
            </a:r>
            <a:r>
              <a:rPr lang="ko-KR" altLang="en-US" dirty="0"/>
              <a:t>제공</a:t>
            </a:r>
          </a:p>
        </p:txBody>
      </p:sp>
      <p:sp>
        <p:nvSpPr>
          <p:cNvPr id="90" name="모서리가 둥근 직사각형 3">
            <a:extLst>
              <a:ext uri="{FF2B5EF4-FFF2-40B4-BE49-F238E27FC236}">
                <a16:creationId xmlns:a16="http://schemas.microsoft.com/office/drawing/2014/main" xmlns="" id="{501F5FBB-E2FC-4A2E-A73A-B646B27E1819}"/>
              </a:ext>
            </a:extLst>
          </p:cNvPr>
          <p:cNvSpPr/>
          <p:nvPr/>
        </p:nvSpPr>
        <p:spPr>
          <a:xfrm>
            <a:off x="572573" y="6406321"/>
            <a:ext cx="1315190" cy="265045"/>
          </a:xfrm>
          <a:prstGeom prst="roundRect">
            <a:avLst/>
          </a:prstGeom>
          <a:solidFill>
            <a:srgbClr val="1F497D"/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defTabSz="74295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관리자</a:t>
            </a:r>
            <a:endParaRPr kumimoji="0" lang="en-US" altLang="ko-KR" sz="10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96" name="AutoShape 16">
            <a:extLst>
              <a:ext uri="{FF2B5EF4-FFF2-40B4-BE49-F238E27FC236}">
                <a16:creationId xmlns:a16="http://schemas.microsoft.com/office/drawing/2014/main" xmlns="" id="{B4DA185C-0EF0-4450-AFBC-00CAC68DD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69" y="6640937"/>
            <a:ext cx="1314501" cy="1236139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4F81BD">
                <a:lumMod val="75000"/>
              </a:srgbClr>
            </a:solidFill>
            <a:round/>
            <a:headEnd/>
            <a:tailEnd/>
          </a:ln>
        </p:spPr>
        <p:txBody>
          <a:bodyPr wrap="none" lIns="74279" tIns="37139" rIns="74279" bIns="37139" anchor="ctr"/>
          <a:lstStyle/>
          <a:p>
            <a:pPr defTabSz="74278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31" kern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xmlns="" id="{706F2D43-AF87-4920-A42D-6F63FAF7F303}"/>
              </a:ext>
            </a:extLst>
          </p:cNvPr>
          <p:cNvGrpSpPr/>
          <p:nvPr/>
        </p:nvGrpSpPr>
        <p:grpSpPr>
          <a:xfrm>
            <a:off x="967649" y="7010290"/>
            <a:ext cx="606817" cy="616258"/>
            <a:chOff x="619892" y="4022416"/>
            <a:chExt cx="518895" cy="719083"/>
          </a:xfrm>
        </p:grpSpPr>
        <p:pic>
          <p:nvPicPr>
            <p:cNvPr id="98" name="그림 97" descr="그림4.png">
              <a:extLst>
                <a:ext uri="{FF2B5EF4-FFF2-40B4-BE49-F238E27FC236}">
                  <a16:creationId xmlns:a16="http://schemas.microsoft.com/office/drawing/2014/main" xmlns="" id="{B2A2B13A-B72C-4D1F-96D7-EF46BAFFA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993" y="4022416"/>
              <a:ext cx="341948" cy="479043"/>
            </a:xfrm>
            <a:prstGeom prst="rect">
              <a:avLst/>
            </a:prstGeom>
          </p:spPr>
        </p:pic>
        <p:sp>
          <p:nvSpPr>
            <p:cNvPr id="99" name="Rectangle 38">
              <a:extLst>
                <a:ext uri="{FF2B5EF4-FFF2-40B4-BE49-F238E27FC236}">
                  <a16:creationId xmlns:a16="http://schemas.microsoft.com/office/drawing/2014/main" xmlns="" id="{77546DD9-B5D1-43FD-AAAC-57798AF3C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892" y="4574728"/>
              <a:ext cx="518895" cy="16677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defTabSz="74278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00" dirty="0">
                  <a:ln>
                    <a:solidFill>
                      <a:srgbClr val="66A2C5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cs typeface="+mn-cs"/>
                </a:rPr>
                <a:t>eStore36.5</a:t>
              </a: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767B657A-429C-4E7A-82C8-2C0A8099DA0D}"/>
              </a:ext>
            </a:extLst>
          </p:cNvPr>
          <p:cNvSpPr/>
          <p:nvPr/>
        </p:nvSpPr>
        <p:spPr bwMode="auto">
          <a:xfrm>
            <a:off x="855289" y="6825604"/>
            <a:ext cx="771771" cy="859973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endParaRPr lang="ko-KR" altLang="en-US" sz="796"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xmlns="" id="{05B988E6-3A5D-4B74-A349-38ABD78A7DC1}"/>
              </a:ext>
            </a:extLst>
          </p:cNvPr>
          <p:cNvSpPr/>
          <p:nvPr/>
        </p:nvSpPr>
        <p:spPr bwMode="auto">
          <a:xfrm>
            <a:off x="752387" y="6926078"/>
            <a:ext cx="192108" cy="5267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rgbClr val="9AB8DA"/>
            </a:solidFill>
            <a:prstDash val="solid"/>
            <a:round/>
            <a:headEnd type="none" w="med" len="med"/>
            <a:tailEnd type="none" w="sm" len="med"/>
          </a:ln>
          <a:effectLst>
            <a:prstShdw prst="shdw17" dist="17961" dir="2700000">
              <a:srgbClr val="9AB8DA">
                <a:gamma/>
                <a:shade val="60000"/>
                <a:invGamma/>
              </a:srgbClr>
            </a:prstShdw>
          </a:effectLst>
        </p:spPr>
        <p:txBody>
          <a:bodyPr vert="horz" wrap="square" lIns="31828" tIns="41376" rIns="0" bIns="40420" numCol="1" rtlCol="0" anchor="ctr" anchorCtr="0" compatLnSpc="1">
            <a:prstTxWarp prst="textNoShape">
              <a:avLst/>
            </a:prstTxWarp>
          </a:bodyPr>
          <a:lstStyle/>
          <a:p>
            <a:pPr defTabSz="808512"/>
            <a:r>
              <a:rPr kumimoji="0" lang="ko-KR" altLang="en-US" sz="11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관리자</a:t>
            </a:r>
          </a:p>
        </p:txBody>
      </p:sp>
      <p:pic>
        <p:nvPicPr>
          <p:cNvPr id="91" name="Picture 143" descr="그림281'1">
            <a:extLst>
              <a:ext uri="{FF2B5EF4-FFF2-40B4-BE49-F238E27FC236}">
                <a16:creationId xmlns:a16="http://schemas.microsoft.com/office/drawing/2014/main" xmlns="" id="{EE5ECD2C-4D0D-4D59-A782-38647448A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66513" y="4411979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직사각형 88">
            <a:extLst>
              <a:ext uri="{FF2B5EF4-FFF2-40B4-BE49-F238E27FC236}">
                <a16:creationId xmlns:a16="http://schemas.microsoft.com/office/drawing/2014/main" xmlns="" id="{C93BB265-6BE7-4415-B320-4953530FD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2604" y="4640119"/>
            <a:ext cx="70577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민간쇼핑몰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3AC649DA-40D3-47D4-9FB1-BF88CC83D2D7}"/>
              </a:ext>
            </a:extLst>
          </p:cNvPr>
          <p:cNvSpPr txBox="1"/>
          <p:nvPr/>
        </p:nvSpPr>
        <p:spPr>
          <a:xfrm>
            <a:off x="11386515" y="4907511"/>
            <a:ext cx="767041" cy="14574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defRPr sz="9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상품정보 제공</a:t>
            </a:r>
          </a:p>
        </p:txBody>
      </p:sp>
      <p:pic>
        <p:nvPicPr>
          <p:cNvPr id="94" name="Picture 143" descr="그림281'1">
            <a:extLst>
              <a:ext uri="{FF2B5EF4-FFF2-40B4-BE49-F238E27FC236}">
                <a16:creationId xmlns:a16="http://schemas.microsoft.com/office/drawing/2014/main" xmlns="" id="{F46F5F13-1EEB-49E1-8AB4-28762068A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86592" y="5108497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직사각형 88">
            <a:extLst>
              <a:ext uri="{FF2B5EF4-FFF2-40B4-BE49-F238E27FC236}">
                <a16:creationId xmlns:a16="http://schemas.microsoft.com/office/drawing/2014/main" xmlns="" id="{F67A6608-C1F5-4E7A-ABEE-2D06663FF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2683" y="5259692"/>
            <a:ext cx="7057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공공구매</a:t>
            </a:r>
            <a:endParaRPr lang="en-US" altLang="ko-KR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종합정보망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EAB0995D-1AF1-441A-90B2-0006500EEBCE}"/>
              </a:ext>
            </a:extLst>
          </p:cNvPr>
          <p:cNvSpPr txBox="1"/>
          <p:nvPr/>
        </p:nvSpPr>
        <p:spPr>
          <a:xfrm>
            <a:off x="11508194" y="5568494"/>
            <a:ext cx="534059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defRPr sz="9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상품정보 연계통합</a:t>
            </a:r>
          </a:p>
        </p:txBody>
      </p:sp>
      <p:pic>
        <p:nvPicPr>
          <p:cNvPr id="105" name="Picture 143" descr="그림281'1">
            <a:extLst>
              <a:ext uri="{FF2B5EF4-FFF2-40B4-BE49-F238E27FC236}">
                <a16:creationId xmlns:a16="http://schemas.microsoft.com/office/drawing/2014/main" xmlns="" id="{34C17819-DBEE-4144-B327-D7FD105D0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76673" y="5891474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직사각형 88">
            <a:extLst>
              <a:ext uri="{FF2B5EF4-FFF2-40B4-BE49-F238E27FC236}">
                <a16:creationId xmlns:a16="http://schemas.microsoft.com/office/drawing/2014/main" xmlns="" id="{43ED36A8-4E23-4679-B42F-FC29F1DBB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764" y="6119614"/>
            <a:ext cx="70577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학교장터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E73808F0-F8CD-4AEF-BD27-E4F526F0CE9B}"/>
              </a:ext>
            </a:extLst>
          </p:cNvPr>
          <p:cNvSpPr txBox="1"/>
          <p:nvPr/>
        </p:nvSpPr>
        <p:spPr>
          <a:xfrm>
            <a:off x="11396675" y="6351471"/>
            <a:ext cx="767041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defRPr sz="9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상품정보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연계통합</a:t>
            </a:r>
          </a:p>
        </p:txBody>
      </p:sp>
      <p:pic>
        <p:nvPicPr>
          <p:cNvPr id="108" name="Picture 143" descr="그림281'1">
            <a:extLst>
              <a:ext uri="{FF2B5EF4-FFF2-40B4-BE49-F238E27FC236}">
                <a16:creationId xmlns:a16="http://schemas.microsoft.com/office/drawing/2014/main" xmlns="" id="{BCB98D3A-FD97-4AFB-BFF0-0697131D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86198" y="7825329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직사각형 88">
            <a:extLst>
              <a:ext uri="{FF2B5EF4-FFF2-40B4-BE49-F238E27FC236}">
                <a16:creationId xmlns:a16="http://schemas.microsoft.com/office/drawing/2014/main" xmlns="" id="{A6B85F14-DB3A-4FFC-8C3D-CBC319E2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2289" y="7976524"/>
            <a:ext cx="7057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통합정보</a:t>
            </a:r>
            <a:endParaRPr lang="en-US" altLang="ko-KR" sz="10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  <a:p>
            <a:pPr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시스템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55869483-1A4E-44EF-8A62-FC03C5074EDB}"/>
              </a:ext>
            </a:extLst>
          </p:cNvPr>
          <p:cNvSpPr txBox="1"/>
          <p:nvPr/>
        </p:nvSpPr>
        <p:spPr>
          <a:xfrm>
            <a:off x="11406200" y="8285326"/>
            <a:ext cx="767041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증명서</a:t>
            </a:r>
            <a:r>
              <a:rPr lang="en-US" altLang="ko-KR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정보연계</a:t>
            </a:r>
          </a:p>
        </p:txBody>
      </p:sp>
      <p:pic>
        <p:nvPicPr>
          <p:cNvPr id="111" name="Picture 222" descr="원화살표01-1">
            <a:extLst>
              <a:ext uri="{FF2B5EF4-FFF2-40B4-BE49-F238E27FC236}">
                <a16:creationId xmlns:a16="http://schemas.microsoft.com/office/drawing/2014/main" xmlns="" id="{793028F8-E469-4AE9-A28F-C2E6131C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800000" flipV="1">
            <a:off x="10604962" y="4462162"/>
            <a:ext cx="492434" cy="431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91919F4B-56E1-4AA7-9C67-525B37BD7E97}"/>
              </a:ext>
            </a:extLst>
          </p:cNvPr>
          <p:cNvSpPr txBox="1"/>
          <p:nvPr/>
        </p:nvSpPr>
        <p:spPr>
          <a:xfrm>
            <a:off x="10560673" y="8259191"/>
            <a:ext cx="671979" cy="255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002060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내부연계</a:t>
            </a:r>
            <a:endParaRPr lang="en-US" altLang="ko-KR" dirty="0"/>
          </a:p>
        </p:txBody>
      </p:sp>
      <p:pic>
        <p:nvPicPr>
          <p:cNvPr id="113" name="Picture 222" descr="원화살표01-1">
            <a:extLst>
              <a:ext uri="{FF2B5EF4-FFF2-40B4-BE49-F238E27FC236}">
                <a16:creationId xmlns:a16="http://schemas.microsoft.com/office/drawing/2014/main" xmlns="" id="{E8DEF63A-08B8-490B-B643-0F2815A6E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800000" flipV="1">
            <a:off x="10647655" y="7830943"/>
            <a:ext cx="492434" cy="431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" name="Picture 143" descr="그림281'1">
            <a:extLst>
              <a:ext uri="{FF2B5EF4-FFF2-40B4-BE49-F238E27FC236}">
                <a16:creationId xmlns:a16="http://schemas.microsoft.com/office/drawing/2014/main" xmlns="" id="{B62ECAB2-CB95-4963-96D4-A31A5EDF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8" t="2" b="8443"/>
          <a:stretch>
            <a:fillRect/>
          </a:stretch>
        </p:blipFill>
        <p:spPr bwMode="auto">
          <a:xfrm>
            <a:off x="11376673" y="6696648"/>
            <a:ext cx="810692" cy="50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" name="직사각형 88">
            <a:extLst>
              <a:ext uri="{FF2B5EF4-FFF2-40B4-BE49-F238E27FC236}">
                <a16:creationId xmlns:a16="http://schemas.microsoft.com/office/drawing/2014/main" xmlns="" id="{C9FEF064-8DA7-4F8D-862E-769FEAC0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764" y="6924788"/>
            <a:ext cx="70577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defTabSz="15113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/>
            <a:r>
              <a:rPr lang="ko-KR" altLang="en-US" sz="10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협동조합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AB85DB44-FABD-4725-9873-5780A40FB321}"/>
              </a:ext>
            </a:extLst>
          </p:cNvPr>
          <p:cNvSpPr txBox="1"/>
          <p:nvPr/>
        </p:nvSpPr>
        <p:spPr>
          <a:xfrm>
            <a:off x="11396675" y="7156645"/>
            <a:ext cx="767041" cy="2980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defRPr sz="90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상품정보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연계통합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xmlns="" id="{59831461-798E-4BFA-A4DF-856DBF5C7A11}"/>
              </a:ext>
            </a:extLst>
          </p:cNvPr>
          <p:cNvSpPr/>
          <p:nvPr/>
        </p:nvSpPr>
        <p:spPr>
          <a:xfrm>
            <a:off x="5608459" y="6497066"/>
            <a:ext cx="4701540" cy="26752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algn="ctr" defTabSz="7429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kern="0" dirty="0">
                <a:ln>
                  <a:solidFill>
                    <a:srgbClr val="006699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굴림" pitchFamily="50" charset="-127"/>
              </a:rPr>
              <a:t>부가서비스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xmlns="" id="{CFDA2A72-E724-479D-88B4-22721C8F6849}"/>
              </a:ext>
            </a:extLst>
          </p:cNvPr>
          <p:cNvSpPr/>
          <p:nvPr/>
        </p:nvSpPr>
        <p:spPr>
          <a:xfrm>
            <a:off x="5608459" y="6764591"/>
            <a:ext cx="4701540" cy="6092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algn="ctr" defTabSz="7429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굴림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xmlns="" id="{64E8AEEA-8F25-4A18-AC61-A6B807CA514C}"/>
              </a:ext>
            </a:extLst>
          </p:cNvPr>
          <p:cNvSpPr/>
          <p:nvPr/>
        </p:nvSpPr>
        <p:spPr>
          <a:xfrm>
            <a:off x="5681438" y="6812091"/>
            <a:ext cx="900000" cy="52376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/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일반소비자</a:t>
            </a:r>
            <a:endParaRPr lang="en-US" altLang="ko-KR" sz="1000" dirty="0"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algn="ctr" defTabSz="1393825" eaLnBrk="1" latinLnBrk="1" hangingPunct="1"/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공공기관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xmlns="" id="{A6991A4A-152D-4FC3-9F33-D791399E575B}"/>
              </a:ext>
            </a:extLst>
          </p:cNvPr>
          <p:cNvSpPr/>
          <p:nvPr/>
        </p:nvSpPr>
        <p:spPr>
          <a:xfrm>
            <a:off x="2690908" y="3673169"/>
            <a:ext cx="2475937" cy="35401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29250" tIns="29250" rIns="29250" bIns="29250" rtlCol="0" anchor="ctr"/>
          <a:lstStyle/>
          <a:p>
            <a:pPr algn="ctr" defTabSz="7429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 dirty="0">
              <a:ln>
                <a:solidFill>
                  <a:srgbClr val="006699">
                    <a:alpha val="0"/>
                  </a:srgbClr>
                </a:solidFill>
              </a:ln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굴림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xmlns="" id="{F44ED54B-9BDD-4A80-BA69-E434EA003A1D}"/>
              </a:ext>
            </a:extLst>
          </p:cNvPr>
          <p:cNvSpPr/>
          <p:nvPr/>
        </p:nvSpPr>
        <p:spPr>
          <a:xfrm>
            <a:off x="2739180" y="3720669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제품 안내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xmlns="" id="{539D5F7A-70B6-4773-9951-4C6BBD585514}"/>
              </a:ext>
            </a:extLst>
          </p:cNvPr>
          <p:cNvSpPr/>
          <p:nvPr/>
        </p:nvSpPr>
        <p:spPr>
          <a:xfrm>
            <a:off x="2740643" y="4030555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서비스 안내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xmlns="" id="{AFB86293-55D1-4F86-ADCB-8BEB14113285}"/>
              </a:ext>
            </a:extLst>
          </p:cNvPr>
          <p:cNvSpPr/>
          <p:nvPr/>
        </p:nvSpPr>
        <p:spPr>
          <a:xfrm>
            <a:off x="2742106" y="4340441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마이페이지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xmlns="" id="{9FA9CFBF-2C42-4D77-8213-0F4927705099}"/>
              </a:ext>
            </a:extLst>
          </p:cNvPr>
          <p:cNvSpPr/>
          <p:nvPr/>
        </p:nvSpPr>
        <p:spPr>
          <a:xfrm>
            <a:off x="2743567" y="4650327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장바구니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xmlns="" id="{AE0607BB-9681-49E0-A97A-9B3BBFD0B0B0}"/>
              </a:ext>
            </a:extLst>
          </p:cNvPr>
          <p:cNvSpPr/>
          <p:nvPr/>
        </p:nvSpPr>
        <p:spPr>
          <a:xfrm>
            <a:off x="2731865" y="4960213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검색</a:t>
            </a:r>
          </a:p>
        </p:txBody>
      </p:sp>
      <p:pic>
        <p:nvPicPr>
          <p:cNvPr id="130" name="Picture 3" descr="C:\Users\udesignforce\Documents\네이트온 받은 파일\오목눈이\무제-10.png">
            <a:extLst>
              <a:ext uri="{FF2B5EF4-FFF2-40B4-BE49-F238E27FC236}">
                <a16:creationId xmlns:a16="http://schemas.microsoft.com/office/drawing/2014/main" xmlns="" id="{233AE56B-5CDE-4B35-B796-0F8468C5D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8757" y="5203177"/>
            <a:ext cx="4466337" cy="43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직사각형 138">
            <a:extLst>
              <a:ext uri="{FF2B5EF4-FFF2-40B4-BE49-F238E27FC236}">
                <a16:creationId xmlns:a16="http://schemas.microsoft.com/office/drawing/2014/main" xmlns="" id="{41F8BC30-8FCC-41BA-AA9D-456268DC5BF4}"/>
              </a:ext>
            </a:extLst>
          </p:cNvPr>
          <p:cNvSpPr/>
          <p:nvPr/>
        </p:nvSpPr>
        <p:spPr>
          <a:xfrm>
            <a:off x="3759782" y="3710508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사용자패턴 기반 </a:t>
            </a:r>
            <a: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맞춤형 추천서비스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xmlns="" id="{7E3702D3-7E22-4349-A331-9432AC0CE567}"/>
              </a:ext>
            </a:extLst>
          </p:cNvPr>
          <p:cNvSpPr/>
          <p:nvPr/>
        </p:nvSpPr>
        <p:spPr>
          <a:xfrm>
            <a:off x="3765890" y="4055032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통합결제 기능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xmlns="" id="{2D82308C-C543-4231-A946-D9D30810C14D}"/>
              </a:ext>
            </a:extLst>
          </p:cNvPr>
          <p:cNvSpPr/>
          <p:nvPr/>
        </p:nvSpPr>
        <p:spPr>
          <a:xfrm>
            <a:off x="3768944" y="4399556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서비스제안시스템 구축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xmlns="" id="{4EE43300-258D-46B1-8DFA-089472EF9F11}"/>
              </a:ext>
            </a:extLst>
          </p:cNvPr>
          <p:cNvSpPr/>
          <p:nvPr/>
        </p:nvSpPr>
        <p:spPr>
          <a:xfrm>
            <a:off x="3771998" y="4744080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상품카테고리 관리 개선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xmlns="" id="{1C3C4F5A-12CE-4C59-9E3D-6E4EF309094F}"/>
              </a:ext>
            </a:extLst>
          </p:cNvPr>
          <p:cNvSpPr/>
          <p:nvPr/>
        </p:nvSpPr>
        <p:spPr>
          <a:xfrm>
            <a:off x="3775055" y="5088604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검색엔진 통한 기능고도화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xmlns="" id="{056172ED-42B7-44E5-A022-53EBD64AEF13}"/>
              </a:ext>
            </a:extLst>
          </p:cNvPr>
          <p:cNvSpPr/>
          <p:nvPr/>
        </p:nvSpPr>
        <p:spPr>
          <a:xfrm>
            <a:off x="3762836" y="5433128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웹기반 디자인 제작 기능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xmlns="" id="{316CD037-D230-487C-8F0D-2745AFD8634D}"/>
              </a:ext>
            </a:extLst>
          </p:cNvPr>
          <p:cNvSpPr/>
          <p:nvPr/>
        </p:nvSpPr>
        <p:spPr>
          <a:xfrm>
            <a:off x="3753674" y="5777652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공공기관 상품추천</a:t>
            </a:r>
            <a:r>
              <a:rPr lang="en-US" altLang="ko-KR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&amp;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소싱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xmlns="" id="{1BD2919B-A6BF-4D56-A231-D1FCED6795A2}"/>
              </a:ext>
            </a:extLst>
          </p:cNvPr>
          <p:cNvSpPr/>
          <p:nvPr/>
        </p:nvSpPr>
        <p:spPr>
          <a:xfrm>
            <a:off x="3756728" y="6122176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사회적경제 상품몰 연계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xmlns="" id="{D4D32319-9906-4D71-8F52-EB4C9A36CA6A}"/>
              </a:ext>
            </a:extLst>
          </p:cNvPr>
          <p:cNvSpPr/>
          <p:nvPr/>
        </p:nvSpPr>
        <p:spPr>
          <a:xfrm>
            <a:off x="3747566" y="6466700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민간</a:t>
            </a:r>
            <a:r>
              <a:rPr lang="en-US" altLang="ko-KR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•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 쇼핑몰 </a:t>
            </a:r>
            <a:r>
              <a:rPr lang="en-US" altLang="ko-KR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연계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xmlns="" id="{86F882EE-0479-42AA-B7A0-3F75A84513F0}"/>
              </a:ext>
            </a:extLst>
          </p:cNvPr>
          <p:cNvSpPr/>
          <p:nvPr/>
        </p:nvSpPr>
        <p:spPr>
          <a:xfrm>
            <a:off x="2733328" y="5270099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콜센터 구축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xmlns="" id="{CE7F45B1-FDEF-49C1-AF73-39B72FF15BA1}"/>
              </a:ext>
            </a:extLst>
          </p:cNvPr>
          <p:cNvSpPr/>
          <p:nvPr/>
        </p:nvSpPr>
        <p:spPr>
          <a:xfrm>
            <a:off x="8086099" y="2264016"/>
            <a:ext cx="2343690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 err="1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반응형웹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ko-KR" altLang="en-US" sz="1000" dirty="0" smtClean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구축</a:t>
            </a:r>
            <a:endParaRPr lang="ko-KR" altLang="en-US" sz="1000" dirty="0"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xmlns="" id="{A45E4D36-03D3-4204-B6AE-290CDF1DA179}"/>
              </a:ext>
            </a:extLst>
          </p:cNvPr>
          <p:cNvSpPr/>
          <p:nvPr/>
        </p:nvSpPr>
        <p:spPr>
          <a:xfrm>
            <a:off x="2734791" y="5579985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세금계산서</a:t>
            </a:r>
            <a: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자동발생기능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xmlns="" id="{D044988B-61F6-4AA5-8CFA-A726BF54783E}"/>
              </a:ext>
            </a:extLst>
          </p:cNvPr>
          <p:cNvSpPr/>
          <p:nvPr/>
        </p:nvSpPr>
        <p:spPr>
          <a:xfrm>
            <a:off x="2736254" y="5889871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비회원 구매기능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xmlns="" id="{9A871DF4-46A3-4286-8C06-B3B1A00B310E}"/>
              </a:ext>
            </a:extLst>
          </p:cNvPr>
          <p:cNvSpPr/>
          <p:nvPr/>
        </p:nvSpPr>
        <p:spPr>
          <a:xfrm>
            <a:off x="2737717" y="6199754"/>
            <a:ext cx="879352" cy="267525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통계기능 고도화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xmlns="" id="{A584AB8B-594E-4B63-9FB2-5F75D14258BF}"/>
              </a:ext>
            </a:extLst>
          </p:cNvPr>
          <p:cNvSpPr/>
          <p:nvPr/>
        </p:nvSpPr>
        <p:spPr>
          <a:xfrm>
            <a:off x="3750620" y="6811226"/>
            <a:ext cx="1445074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이메일</a:t>
            </a:r>
            <a:r>
              <a:rPr lang="en-US" altLang="ko-KR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,SMS 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알림 고도화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xmlns="" id="{8475B0A4-C231-46DA-826C-1CB1802F0205}"/>
              </a:ext>
            </a:extLst>
          </p:cNvPr>
          <p:cNvSpPr/>
          <p:nvPr/>
        </p:nvSpPr>
        <p:spPr>
          <a:xfrm>
            <a:off x="5650202" y="3666901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393825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조달정보 제공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xmlns="" id="{425AD042-7436-4065-9B4B-F32048720EA8}"/>
              </a:ext>
            </a:extLst>
          </p:cNvPr>
          <p:cNvSpPr/>
          <p:nvPr/>
        </p:nvSpPr>
        <p:spPr>
          <a:xfrm>
            <a:off x="5648470" y="4044797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393825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공공구매 입찰조회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xmlns="" id="{0578220F-3E1A-4A18-9EFC-5DD6A92C41C0}"/>
              </a:ext>
            </a:extLst>
          </p:cNvPr>
          <p:cNvSpPr/>
          <p:nvPr/>
        </p:nvSpPr>
        <p:spPr>
          <a:xfrm>
            <a:off x="5641542" y="4474648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공공기관 우선구매 실적관리시스템 구축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xmlns="" id="{F318ADBC-AEE5-4134-A78C-A3053759D312}"/>
              </a:ext>
            </a:extLst>
          </p:cNvPr>
          <p:cNvSpPr/>
          <p:nvPr/>
        </p:nvSpPr>
        <p:spPr>
          <a:xfrm>
            <a:off x="5643274" y="4852544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맞춤형 공공조달 정보 제공 성과 </a:t>
            </a:r>
            <a:endParaRPr lang="en-US" altLang="ko-KR" sz="900" dirty="0"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관리시스템 구축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xmlns="" id="{5AA44C30-E476-4B8E-AAE3-90B37F9CE1D1}"/>
              </a:ext>
            </a:extLst>
          </p:cNvPr>
          <p:cNvSpPr/>
          <p:nvPr/>
        </p:nvSpPr>
        <p:spPr>
          <a:xfrm>
            <a:off x="5645006" y="5230440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공공기관 협업사업 제안 및 공모기능 구축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xmlns="" id="{4A6E47C0-C9BE-44E5-B579-7C60D2001397}"/>
              </a:ext>
            </a:extLst>
          </p:cNvPr>
          <p:cNvSpPr/>
          <p:nvPr/>
        </p:nvSpPr>
        <p:spPr>
          <a:xfrm>
            <a:off x="5646738" y="5608336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공공조달시스템 연계정보 확대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xmlns="" id="{58874274-1CA3-45DC-BC5B-2E1FEF8A8027}"/>
              </a:ext>
            </a:extLst>
          </p:cNvPr>
          <p:cNvSpPr/>
          <p:nvPr/>
        </p:nvSpPr>
        <p:spPr>
          <a:xfrm>
            <a:off x="5651933" y="5986233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취약계층 고용비율 증명확인서 발급에</a:t>
            </a:r>
            <a:endParaRPr lang="en-US" altLang="ko-KR" sz="900" dirty="0"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따른 실적관리 기능 구축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xmlns="" id="{8A09803D-2A32-4156-9BF6-09B600B8152A}"/>
              </a:ext>
            </a:extLst>
          </p:cNvPr>
          <p:cNvSpPr/>
          <p:nvPr/>
        </p:nvSpPr>
        <p:spPr>
          <a:xfrm>
            <a:off x="8218752" y="3635719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393825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판로지원 사업공지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xmlns="" id="{4CD7236B-6BAB-4E24-BC58-E686D0D81011}"/>
              </a:ext>
            </a:extLst>
          </p:cNvPr>
          <p:cNvSpPr/>
          <p:nvPr/>
        </p:nvSpPr>
        <p:spPr>
          <a:xfrm>
            <a:off x="8217020" y="4013615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393825">
              <a:lnSpc>
                <a:spcPts val="800"/>
              </a:lnSpc>
            </a:pP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사업 신청</a:t>
            </a:r>
            <a:r>
              <a:rPr lang="en-US" altLang="ko-KR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•</a:t>
            </a:r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이력관리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xmlns="" id="{8A742043-9A60-4904-BDAD-8AA486573317}"/>
              </a:ext>
            </a:extLst>
          </p:cNvPr>
          <p:cNvSpPr/>
          <p:nvPr/>
        </p:nvSpPr>
        <p:spPr>
          <a:xfrm>
            <a:off x="8210092" y="4443466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판로지원사업 관리 영역 확대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xmlns="" id="{5321A4EA-E108-43AE-96DF-EC256B1EEDDF}"/>
              </a:ext>
            </a:extLst>
          </p:cNvPr>
          <p:cNvSpPr/>
          <p:nvPr/>
        </p:nvSpPr>
        <p:spPr>
          <a:xfrm>
            <a:off x="8211824" y="4821362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판로지원사업 관리 표준체계 수립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xmlns="" id="{3895D267-49D9-471D-8F8E-0BADFAD0B2E7}"/>
              </a:ext>
            </a:extLst>
          </p:cNvPr>
          <p:cNvSpPr/>
          <p:nvPr/>
        </p:nvSpPr>
        <p:spPr>
          <a:xfrm>
            <a:off x="8213556" y="5199258"/>
            <a:ext cx="2099907" cy="324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>
              <a:lnSpc>
                <a:spcPts val="800"/>
              </a:lnSpc>
            </a:pP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사용자 편의성 제고 및 데이터 분석 기능 </a:t>
            </a:r>
            <a: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9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고도화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xmlns="" id="{0ABDAE69-78D4-4C1E-9A26-73EF40BA63F8}"/>
              </a:ext>
            </a:extLst>
          </p:cNvPr>
          <p:cNvSpPr/>
          <p:nvPr/>
        </p:nvSpPr>
        <p:spPr>
          <a:xfrm>
            <a:off x="7904808" y="6811226"/>
            <a:ext cx="845652" cy="52376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393825" eaLnBrk="1" latinLnBrk="1" hangingPunct="1"/>
            <a:r>
              <a:rPr lang="ko-KR" altLang="en-US" sz="1000" dirty="0"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유통채널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xmlns="" id="{3798B5F7-E3B8-495F-A26F-F7E9C80CD212}"/>
              </a:ext>
            </a:extLst>
          </p:cNvPr>
          <p:cNvSpPr txBox="1"/>
          <p:nvPr/>
        </p:nvSpPr>
        <p:spPr>
          <a:xfrm>
            <a:off x="6608708" y="6789141"/>
            <a:ext cx="1331525" cy="5401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171450" indent="-171450" algn="l"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상품비교서비스</a:t>
            </a:r>
            <a:endParaRPr lang="en-US" altLang="ko-KR" sz="9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71450" indent="-171450" algn="l"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서비스 견적산출 기능</a:t>
            </a:r>
            <a:endParaRPr lang="en-US" altLang="ko-KR" sz="9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71450" indent="-171450" algn="l"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서비스 요구 </a:t>
            </a:r>
            <a:r>
              <a:rPr lang="en-US" altLang="ko-KR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제안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xmlns="" id="{EEF8FA43-53DA-4BC8-8545-3C954F734F59}"/>
              </a:ext>
            </a:extLst>
          </p:cNvPr>
          <p:cNvSpPr txBox="1"/>
          <p:nvPr/>
        </p:nvSpPr>
        <p:spPr>
          <a:xfrm>
            <a:off x="8796758" y="6885940"/>
            <a:ext cx="1527859" cy="3462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171450" indent="-171450" algn="l"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MD </a:t>
            </a: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공개소싱 서비스</a:t>
            </a:r>
            <a:endParaRPr lang="en-US" altLang="ko-KR" sz="900" dirty="0">
              <a:ln>
                <a:solidFill>
                  <a:srgbClr val="66A2C5">
                    <a:alpha val="0"/>
                  </a:srgbClr>
                </a:solidFill>
              </a:ln>
              <a:solidFill>
                <a:srgbClr val="4D4D4D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71450" indent="-171450" algn="l" defTabSz="1038225" fontAlgn="auto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rgbClr val="66A2C5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상품평가 및 우수상품선정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30684C67-1989-4082-98C4-29F16F754884}"/>
              </a:ext>
            </a:extLst>
          </p:cNvPr>
          <p:cNvGrpSpPr/>
          <p:nvPr/>
        </p:nvGrpSpPr>
        <p:grpSpPr>
          <a:xfrm>
            <a:off x="3777312" y="7409250"/>
            <a:ext cx="328465" cy="417951"/>
            <a:chOff x="8086099" y="8551926"/>
            <a:chExt cx="328465" cy="417951"/>
          </a:xfrm>
        </p:grpSpPr>
        <p:sp>
          <p:nvSpPr>
            <p:cNvPr id="186" name="갈매기형 수장 478">
              <a:extLst>
                <a:ext uri="{FF2B5EF4-FFF2-40B4-BE49-F238E27FC236}">
                  <a16:creationId xmlns:a16="http://schemas.microsoft.com/office/drawing/2014/main" xmlns="" id="{53658A10-5117-49A0-9760-46D8511F3AC1}"/>
                </a:ext>
              </a:extLst>
            </p:cNvPr>
            <p:cNvSpPr/>
            <p:nvPr/>
          </p:nvSpPr>
          <p:spPr>
            <a:xfrm rot="5400000">
              <a:off x="8158099" y="8717877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7" name="갈매기형 수장 478">
              <a:extLst>
                <a:ext uri="{FF2B5EF4-FFF2-40B4-BE49-F238E27FC236}">
                  <a16:creationId xmlns:a16="http://schemas.microsoft.com/office/drawing/2014/main" xmlns="" id="{B9894576-7BFD-42EF-A619-ECEE48A9EB6F}"/>
                </a:ext>
              </a:extLst>
            </p:cNvPr>
            <p:cNvSpPr/>
            <p:nvPr/>
          </p:nvSpPr>
          <p:spPr>
            <a:xfrm rot="16200000">
              <a:off x="8162564" y="8479926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xmlns="" id="{B7A8BA85-3BB7-4763-8B06-89F32CEFB24F}"/>
              </a:ext>
            </a:extLst>
          </p:cNvPr>
          <p:cNvGrpSpPr/>
          <p:nvPr/>
        </p:nvGrpSpPr>
        <p:grpSpPr>
          <a:xfrm>
            <a:off x="6515149" y="7416597"/>
            <a:ext cx="328465" cy="417951"/>
            <a:chOff x="8086099" y="8551926"/>
            <a:chExt cx="328465" cy="417951"/>
          </a:xfrm>
        </p:grpSpPr>
        <p:sp>
          <p:nvSpPr>
            <p:cNvPr id="189" name="갈매기형 수장 478">
              <a:extLst>
                <a:ext uri="{FF2B5EF4-FFF2-40B4-BE49-F238E27FC236}">
                  <a16:creationId xmlns:a16="http://schemas.microsoft.com/office/drawing/2014/main" xmlns="" id="{E1CD0937-EBE7-4C06-9F08-0E46F2D96827}"/>
                </a:ext>
              </a:extLst>
            </p:cNvPr>
            <p:cNvSpPr/>
            <p:nvPr/>
          </p:nvSpPr>
          <p:spPr>
            <a:xfrm rot="5400000">
              <a:off x="8158099" y="8717877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0" name="갈매기형 수장 478">
              <a:extLst>
                <a:ext uri="{FF2B5EF4-FFF2-40B4-BE49-F238E27FC236}">
                  <a16:creationId xmlns:a16="http://schemas.microsoft.com/office/drawing/2014/main" xmlns="" id="{48682A0E-3123-4DD9-966A-947FF9A78CAC}"/>
                </a:ext>
              </a:extLst>
            </p:cNvPr>
            <p:cNvSpPr/>
            <p:nvPr/>
          </p:nvSpPr>
          <p:spPr>
            <a:xfrm rot="16200000">
              <a:off x="8162564" y="8479926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xmlns="" id="{52AA26BF-158D-4450-805A-7327461DD16E}"/>
              </a:ext>
            </a:extLst>
          </p:cNvPr>
          <p:cNvGrpSpPr/>
          <p:nvPr/>
        </p:nvGrpSpPr>
        <p:grpSpPr>
          <a:xfrm>
            <a:off x="9189605" y="7397300"/>
            <a:ext cx="328465" cy="417951"/>
            <a:chOff x="8086099" y="8551926"/>
            <a:chExt cx="328465" cy="417951"/>
          </a:xfrm>
        </p:grpSpPr>
        <p:sp>
          <p:nvSpPr>
            <p:cNvPr id="192" name="갈매기형 수장 478">
              <a:extLst>
                <a:ext uri="{FF2B5EF4-FFF2-40B4-BE49-F238E27FC236}">
                  <a16:creationId xmlns:a16="http://schemas.microsoft.com/office/drawing/2014/main" xmlns="" id="{074C1884-FC1A-4F4D-A6C1-A6C62C0B0EA1}"/>
                </a:ext>
              </a:extLst>
            </p:cNvPr>
            <p:cNvSpPr/>
            <p:nvPr/>
          </p:nvSpPr>
          <p:spPr>
            <a:xfrm rot="5400000">
              <a:off x="8158099" y="8717877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3" name="갈매기형 수장 478">
              <a:extLst>
                <a:ext uri="{FF2B5EF4-FFF2-40B4-BE49-F238E27FC236}">
                  <a16:creationId xmlns:a16="http://schemas.microsoft.com/office/drawing/2014/main" xmlns="" id="{86D56871-1DDE-4975-9E77-1CB4067FA3D6}"/>
                </a:ext>
              </a:extLst>
            </p:cNvPr>
            <p:cNvSpPr/>
            <p:nvPr/>
          </p:nvSpPr>
          <p:spPr>
            <a:xfrm rot="16200000">
              <a:off x="8162564" y="8479926"/>
              <a:ext cx="180000" cy="324000"/>
            </a:xfrm>
            <a:prstGeom prst="chevron">
              <a:avLst>
                <a:gd name="adj" fmla="val 62310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94" name="갈매기형 수장 478">
            <a:extLst>
              <a:ext uri="{FF2B5EF4-FFF2-40B4-BE49-F238E27FC236}">
                <a16:creationId xmlns:a16="http://schemas.microsoft.com/office/drawing/2014/main" xmlns="" id="{F5A4BC3D-0C66-4A82-9EF0-1D80860FFF20}"/>
              </a:ext>
            </a:extLst>
          </p:cNvPr>
          <p:cNvSpPr/>
          <p:nvPr/>
        </p:nvSpPr>
        <p:spPr>
          <a:xfrm rot="16200000">
            <a:off x="9319761" y="2675241"/>
            <a:ext cx="180000" cy="324000"/>
          </a:xfrm>
          <a:prstGeom prst="chevron">
            <a:avLst>
              <a:gd name="adj" fmla="val 62310"/>
            </a:avLst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5" name="갈매기형 수장 478">
            <a:extLst>
              <a:ext uri="{FF2B5EF4-FFF2-40B4-BE49-F238E27FC236}">
                <a16:creationId xmlns:a16="http://schemas.microsoft.com/office/drawing/2014/main" xmlns="" id="{48294A18-B544-484D-9FFE-EE4915E7D2F4}"/>
              </a:ext>
            </a:extLst>
          </p:cNvPr>
          <p:cNvSpPr/>
          <p:nvPr/>
        </p:nvSpPr>
        <p:spPr>
          <a:xfrm rot="16200000">
            <a:off x="6619127" y="2685450"/>
            <a:ext cx="180000" cy="324000"/>
          </a:xfrm>
          <a:prstGeom prst="chevron">
            <a:avLst>
              <a:gd name="adj" fmla="val 62310"/>
            </a:avLst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6" name="갈매기형 수장 478">
            <a:extLst>
              <a:ext uri="{FF2B5EF4-FFF2-40B4-BE49-F238E27FC236}">
                <a16:creationId xmlns:a16="http://schemas.microsoft.com/office/drawing/2014/main" xmlns="" id="{1D182EE4-1187-43E9-A0E9-748765C7713C}"/>
              </a:ext>
            </a:extLst>
          </p:cNvPr>
          <p:cNvSpPr/>
          <p:nvPr/>
        </p:nvSpPr>
        <p:spPr>
          <a:xfrm rot="16200000">
            <a:off x="3918493" y="2656580"/>
            <a:ext cx="180000" cy="324000"/>
          </a:xfrm>
          <a:prstGeom prst="chevron">
            <a:avLst>
              <a:gd name="adj" fmla="val 62310"/>
            </a:avLst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6" name="슬라이드 번호 개체 틀 83"/>
          <p:cNvSpPr txBox="1">
            <a:spLocks/>
          </p:cNvSpPr>
          <p:nvPr/>
        </p:nvSpPr>
        <p:spPr>
          <a:xfrm>
            <a:off x="5607050" y="9143647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Ⅲ-10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37" name="그룹 136"/>
          <p:cNvGrpSpPr/>
          <p:nvPr/>
        </p:nvGrpSpPr>
        <p:grpSpPr>
          <a:xfrm>
            <a:off x="11162350" y="9293423"/>
            <a:ext cx="1585275" cy="307777"/>
            <a:chOff x="5450525" y="9629973"/>
            <a:chExt cx="1585275" cy="307777"/>
          </a:xfrm>
        </p:grpSpPr>
        <p:pic>
          <p:nvPicPr>
            <p:cNvPr id="138" name="그림 84" descr="유앤피플 logo01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0525" y="9703261"/>
              <a:ext cx="576000" cy="177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8" name="TextBox 177"/>
            <p:cNvSpPr txBox="1"/>
            <p:nvPr/>
          </p:nvSpPr>
          <p:spPr>
            <a:xfrm>
              <a:off x="5975350" y="9629973"/>
              <a:ext cx="1060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나눔고딕 ExtraBold" pitchFamily="50" charset="-127"/>
                  <a:ea typeface="나눔고딕 ExtraBold" pitchFamily="50" charset="-127"/>
                </a:rPr>
                <a:t>컨소시엄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226518153"/>
      </p:ext>
    </p:extLst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2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rgbClr val="9AB8DA"/>
          </a:solidFill>
          <a:prstDash val="solid"/>
          <a:round/>
          <a:headEnd type="none" w="med" len="med"/>
          <a:tailEnd type="none" w="sm" len="med"/>
        </a:ln>
        <a:effectLst>
          <a:prstShdw prst="shdw17" dist="17961" dir="2700000">
            <a:srgbClr val="9AB8DA">
              <a:gamma/>
              <a:shade val="60000"/>
              <a:invGamma/>
            </a:srgbClr>
          </a:prstShdw>
        </a:effectLst>
      </a:spPr>
      <a:bodyPr vert="horz" wrap="square" lIns="35996" tIns="46794" rIns="0" bIns="45713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-윤고딕140" pitchFamily="18" charset="-127"/>
            <a:ea typeface="-윤고딕140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rgbClr val="9AB8DA"/>
          </a:solidFill>
          <a:prstDash val="solid"/>
          <a:round/>
          <a:headEnd type="none" w="med" len="med"/>
          <a:tailEnd type="none" w="sm" len="med"/>
        </a:ln>
        <a:effectLst>
          <a:prstShdw prst="shdw17" dist="17961" dir="2700000">
            <a:srgbClr val="9AB8DA">
              <a:gamma/>
              <a:shade val="60000"/>
              <a:invGamma/>
            </a:srgbClr>
          </a:prstShdw>
        </a:effectLst>
      </a:spPr>
      <a:bodyPr vert="horz" wrap="square" lIns="35996" tIns="46794" rIns="0" bIns="45713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-윤고딕140" pitchFamily="18" charset="-127"/>
            <a:ea typeface="-윤고딕140" pitchFamily="18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7897</TotalTime>
  <Words>199</Words>
  <Application>Microsoft Office PowerPoint</Application>
  <PresentationFormat>A3 용지(297x420mm)</PresentationFormat>
  <Paragraphs>85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2_기본 디자인</vt:lpstr>
      <vt:lpstr>슬라이드 9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</dc:creator>
  <cp:lastModifiedBy>Registered User</cp:lastModifiedBy>
  <cp:revision>516</cp:revision>
  <dcterms:created xsi:type="dcterms:W3CDTF">2005-12-15T17:13:07Z</dcterms:created>
  <dcterms:modified xsi:type="dcterms:W3CDTF">2019-06-04T06:03:16Z</dcterms:modified>
</cp:coreProperties>
</file>